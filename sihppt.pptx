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rgbClr val="1D3FA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pPr marL="12700">
              <a:lnSpc>
                <a:spcPts val="1215"/>
              </a:lnSpc>
            </a:pPr>
            <a:r>
              <a:rPr dirty="0"/>
              <a:t>@SIH</a:t>
            </a:r>
            <a:r>
              <a:rPr dirty="0" spc="235"/>
              <a:t> </a:t>
            </a:r>
            <a:r>
              <a:rPr dirty="0"/>
              <a:t>Idea</a:t>
            </a:r>
            <a:r>
              <a:rPr dirty="0" spc="235"/>
              <a:t> </a:t>
            </a:r>
            <a:r>
              <a:rPr dirty="0" spc="55"/>
              <a:t>submission-</a:t>
            </a:r>
            <a:r>
              <a:rPr dirty="0" spc="229"/>
              <a:t> </a:t>
            </a:r>
            <a:r>
              <a:rPr dirty="0" spc="65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pPr marL="38100">
              <a:lnSpc>
                <a:spcPts val="1180"/>
              </a:lnSpc>
            </a:pPr>
            <a:fld id="{81D60167-4931-47E6-BA6A-407CBD079E47}" type="slidenum">
              <a:rPr dirty="0" spc="1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rgbClr val="1D3FA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pPr marL="12700">
              <a:lnSpc>
                <a:spcPts val="1215"/>
              </a:lnSpc>
            </a:pPr>
            <a:r>
              <a:rPr dirty="0"/>
              <a:t>@SIH</a:t>
            </a:r>
            <a:r>
              <a:rPr dirty="0" spc="235"/>
              <a:t> </a:t>
            </a:r>
            <a:r>
              <a:rPr dirty="0"/>
              <a:t>Idea</a:t>
            </a:r>
            <a:r>
              <a:rPr dirty="0" spc="235"/>
              <a:t> </a:t>
            </a:r>
            <a:r>
              <a:rPr dirty="0" spc="55"/>
              <a:t>submission-</a:t>
            </a:r>
            <a:r>
              <a:rPr dirty="0" spc="229"/>
              <a:t> </a:t>
            </a:r>
            <a:r>
              <a:rPr dirty="0" spc="65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pPr marL="38100">
              <a:lnSpc>
                <a:spcPts val="1180"/>
              </a:lnSpc>
            </a:pPr>
            <a:fld id="{81D60167-4931-47E6-BA6A-407CBD079E47}" type="slidenum">
              <a:rPr dirty="0" spc="1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45936"/>
            <a:ext cx="10689590" cy="440690"/>
          </a:xfrm>
          <a:custGeom>
            <a:avLst/>
            <a:gdLst/>
            <a:ahLst/>
            <a:cxnLst/>
            <a:rect l="l" t="t" r="r" b="b"/>
            <a:pathLst>
              <a:path w="10689590" h="440690">
                <a:moveTo>
                  <a:pt x="10689335" y="440435"/>
                </a:moveTo>
                <a:lnTo>
                  <a:pt x="0" y="440435"/>
                </a:lnTo>
                <a:lnTo>
                  <a:pt x="0" y="0"/>
                </a:lnTo>
                <a:lnTo>
                  <a:pt x="10689335" y="0"/>
                </a:lnTo>
                <a:lnTo>
                  <a:pt x="10689335" y="440435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89559" y="996695"/>
            <a:ext cx="1097280" cy="707390"/>
          </a:xfrm>
          <a:custGeom>
            <a:avLst/>
            <a:gdLst/>
            <a:ahLst/>
            <a:cxnLst/>
            <a:rect l="l" t="t" r="r" b="b"/>
            <a:pathLst>
              <a:path w="1097280" h="707389">
                <a:moveTo>
                  <a:pt x="0" y="353567"/>
                </a:moveTo>
                <a:lnTo>
                  <a:pt x="11135" y="282368"/>
                </a:lnTo>
                <a:lnTo>
                  <a:pt x="43076" y="216026"/>
                </a:lnTo>
                <a:lnTo>
                  <a:pt x="66163" y="185124"/>
                </a:lnTo>
                <a:lnTo>
                  <a:pt x="93627" y="155971"/>
                </a:lnTo>
                <a:lnTo>
                  <a:pt x="125195" y="128748"/>
                </a:lnTo>
                <a:lnTo>
                  <a:pt x="160591" y="103631"/>
                </a:lnTo>
                <a:lnTo>
                  <a:pt x="199541" y="80801"/>
                </a:lnTo>
                <a:lnTo>
                  <a:pt x="241771" y="60436"/>
                </a:lnTo>
                <a:lnTo>
                  <a:pt x="287005" y="42713"/>
                </a:lnTo>
                <a:lnTo>
                  <a:pt x="334970" y="27812"/>
                </a:lnTo>
                <a:lnTo>
                  <a:pt x="385390" y="15912"/>
                </a:lnTo>
                <a:lnTo>
                  <a:pt x="437992" y="7191"/>
                </a:lnTo>
                <a:lnTo>
                  <a:pt x="492500" y="1827"/>
                </a:lnTo>
                <a:lnTo>
                  <a:pt x="548639" y="0"/>
                </a:lnTo>
                <a:lnTo>
                  <a:pt x="604779" y="1827"/>
                </a:lnTo>
                <a:lnTo>
                  <a:pt x="659287" y="7191"/>
                </a:lnTo>
                <a:lnTo>
                  <a:pt x="711889" y="15912"/>
                </a:lnTo>
                <a:lnTo>
                  <a:pt x="762309" y="27812"/>
                </a:lnTo>
                <a:lnTo>
                  <a:pt x="810274" y="42713"/>
                </a:lnTo>
                <a:lnTo>
                  <a:pt x="855508" y="60436"/>
                </a:lnTo>
                <a:lnTo>
                  <a:pt x="897738" y="80801"/>
                </a:lnTo>
                <a:lnTo>
                  <a:pt x="936688" y="103631"/>
                </a:lnTo>
                <a:lnTo>
                  <a:pt x="972084" y="128748"/>
                </a:lnTo>
                <a:lnTo>
                  <a:pt x="1003652" y="155971"/>
                </a:lnTo>
                <a:lnTo>
                  <a:pt x="1031116" y="185124"/>
                </a:lnTo>
                <a:lnTo>
                  <a:pt x="1054203" y="216026"/>
                </a:lnTo>
                <a:lnTo>
                  <a:pt x="1086144" y="282368"/>
                </a:lnTo>
                <a:lnTo>
                  <a:pt x="1097279" y="353567"/>
                </a:lnTo>
                <a:lnTo>
                  <a:pt x="1094450" y="389685"/>
                </a:lnTo>
                <a:lnTo>
                  <a:pt x="1072637" y="458634"/>
                </a:lnTo>
                <a:lnTo>
                  <a:pt x="1031116" y="522011"/>
                </a:lnTo>
                <a:lnTo>
                  <a:pt x="1003652" y="551164"/>
                </a:lnTo>
                <a:lnTo>
                  <a:pt x="972084" y="578387"/>
                </a:lnTo>
                <a:lnTo>
                  <a:pt x="936688" y="603503"/>
                </a:lnTo>
                <a:lnTo>
                  <a:pt x="897738" y="626334"/>
                </a:lnTo>
                <a:lnTo>
                  <a:pt x="855508" y="646699"/>
                </a:lnTo>
                <a:lnTo>
                  <a:pt x="810274" y="664422"/>
                </a:lnTo>
                <a:lnTo>
                  <a:pt x="762309" y="679322"/>
                </a:lnTo>
                <a:lnTo>
                  <a:pt x="711889" y="691223"/>
                </a:lnTo>
                <a:lnTo>
                  <a:pt x="659287" y="699944"/>
                </a:lnTo>
                <a:lnTo>
                  <a:pt x="604779" y="705308"/>
                </a:lnTo>
                <a:lnTo>
                  <a:pt x="548639" y="707135"/>
                </a:lnTo>
                <a:lnTo>
                  <a:pt x="492500" y="705308"/>
                </a:lnTo>
                <a:lnTo>
                  <a:pt x="437992" y="699944"/>
                </a:lnTo>
                <a:lnTo>
                  <a:pt x="385390" y="691223"/>
                </a:lnTo>
                <a:lnTo>
                  <a:pt x="334970" y="679322"/>
                </a:lnTo>
                <a:lnTo>
                  <a:pt x="287005" y="664422"/>
                </a:lnTo>
                <a:lnTo>
                  <a:pt x="241771" y="646699"/>
                </a:lnTo>
                <a:lnTo>
                  <a:pt x="199541" y="626334"/>
                </a:lnTo>
                <a:lnTo>
                  <a:pt x="160591" y="603503"/>
                </a:lnTo>
                <a:lnTo>
                  <a:pt x="125195" y="578387"/>
                </a:lnTo>
                <a:lnTo>
                  <a:pt x="93627" y="551164"/>
                </a:lnTo>
                <a:lnTo>
                  <a:pt x="66163" y="522011"/>
                </a:lnTo>
                <a:lnTo>
                  <a:pt x="43076" y="491108"/>
                </a:lnTo>
                <a:lnTo>
                  <a:pt x="11135" y="424767"/>
                </a:lnTo>
                <a:lnTo>
                  <a:pt x="0" y="353567"/>
                </a:lnTo>
              </a:path>
            </a:pathLst>
          </a:custGeom>
          <a:ln w="22859">
            <a:solidFill>
              <a:srgbClr val="8064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20566" y="1732404"/>
            <a:ext cx="3147060" cy="4302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pPr marL="12700">
              <a:lnSpc>
                <a:spcPts val="1215"/>
              </a:lnSpc>
            </a:pPr>
            <a:r>
              <a:rPr dirty="0"/>
              <a:t>@SIH</a:t>
            </a:r>
            <a:r>
              <a:rPr dirty="0" spc="235"/>
              <a:t> </a:t>
            </a:r>
            <a:r>
              <a:rPr dirty="0"/>
              <a:t>Idea</a:t>
            </a:r>
            <a:r>
              <a:rPr dirty="0" spc="235"/>
              <a:t> </a:t>
            </a:r>
            <a:r>
              <a:rPr dirty="0" spc="55"/>
              <a:t>submission-</a:t>
            </a:r>
            <a:r>
              <a:rPr dirty="0" spc="229"/>
              <a:t> </a:t>
            </a:r>
            <a:r>
              <a:rPr dirty="0" spc="65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pPr marL="38100">
              <a:lnSpc>
                <a:spcPts val="1180"/>
              </a:lnSpc>
            </a:pPr>
            <a:fld id="{81D60167-4931-47E6-BA6A-407CBD079E47}" type="slidenum">
              <a:rPr dirty="0" spc="1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pPr marL="12700">
              <a:lnSpc>
                <a:spcPts val="1215"/>
              </a:lnSpc>
            </a:pPr>
            <a:r>
              <a:rPr dirty="0"/>
              <a:t>@SIH</a:t>
            </a:r>
            <a:r>
              <a:rPr dirty="0" spc="235"/>
              <a:t> </a:t>
            </a:r>
            <a:r>
              <a:rPr dirty="0"/>
              <a:t>Idea</a:t>
            </a:r>
            <a:r>
              <a:rPr dirty="0" spc="235"/>
              <a:t> </a:t>
            </a:r>
            <a:r>
              <a:rPr dirty="0" spc="55"/>
              <a:t>submission-</a:t>
            </a:r>
            <a:r>
              <a:rPr dirty="0" spc="229"/>
              <a:t> </a:t>
            </a:r>
            <a:r>
              <a:rPr dirty="0" spc="65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pPr marL="38100">
              <a:lnSpc>
                <a:spcPts val="1180"/>
              </a:lnSpc>
            </a:pPr>
            <a:fld id="{81D60167-4931-47E6-BA6A-407CBD079E47}" type="slidenum">
              <a:rPr dirty="0" spc="1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pPr marL="12700">
              <a:lnSpc>
                <a:spcPts val="1215"/>
              </a:lnSpc>
            </a:pPr>
            <a:r>
              <a:rPr dirty="0"/>
              <a:t>@SIH</a:t>
            </a:r>
            <a:r>
              <a:rPr dirty="0" spc="235"/>
              <a:t> </a:t>
            </a:r>
            <a:r>
              <a:rPr dirty="0"/>
              <a:t>Idea</a:t>
            </a:r>
            <a:r>
              <a:rPr dirty="0" spc="235"/>
              <a:t> </a:t>
            </a:r>
            <a:r>
              <a:rPr dirty="0" spc="55"/>
              <a:t>submission-</a:t>
            </a:r>
            <a:r>
              <a:rPr dirty="0" spc="229"/>
              <a:t> </a:t>
            </a:r>
            <a:r>
              <a:rPr dirty="0" spc="65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pPr marL="38100">
              <a:lnSpc>
                <a:spcPts val="1180"/>
              </a:lnSpc>
            </a:pPr>
            <a:fld id="{81D60167-4931-47E6-BA6A-407CBD079E47}" type="slidenum">
              <a:rPr dirty="0" spc="1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45935"/>
            <a:ext cx="10689590" cy="440690"/>
          </a:xfrm>
          <a:custGeom>
            <a:avLst/>
            <a:gdLst/>
            <a:ahLst/>
            <a:cxnLst/>
            <a:rect l="l" t="t" r="r" b="b"/>
            <a:pathLst>
              <a:path w="10689590" h="440690">
                <a:moveTo>
                  <a:pt x="10689335" y="440435"/>
                </a:moveTo>
                <a:lnTo>
                  <a:pt x="0" y="440435"/>
                </a:lnTo>
                <a:lnTo>
                  <a:pt x="0" y="0"/>
                </a:lnTo>
                <a:lnTo>
                  <a:pt x="10689335" y="0"/>
                </a:lnTo>
                <a:lnTo>
                  <a:pt x="10689335" y="440435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87263" y="898903"/>
            <a:ext cx="7093584" cy="559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8911" y="3350801"/>
            <a:ext cx="7339965" cy="227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rgbClr val="1D3FA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361118" y="6411517"/>
            <a:ext cx="2237104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pPr marL="12700">
              <a:lnSpc>
                <a:spcPts val="1215"/>
              </a:lnSpc>
            </a:pPr>
            <a:r>
              <a:rPr dirty="0"/>
              <a:t>@SIH</a:t>
            </a:r>
            <a:r>
              <a:rPr dirty="0" spc="235"/>
              <a:t> </a:t>
            </a:r>
            <a:r>
              <a:rPr dirty="0"/>
              <a:t>Idea</a:t>
            </a:r>
            <a:r>
              <a:rPr dirty="0" spc="235"/>
              <a:t> </a:t>
            </a:r>
            <a:r>
              <a:rPr dirty="0" spc="55"/>
              <a:t>submission-</a:t>
            </a:r>
            <a:r>
              <a:rPr dirty="0" spc="229"/>
              <a:t> </a:t>
            </a:r>
            <a:r>
              <a:rPr dirty="0" spc="65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939433" y="6415972"/>
            <a:ext cx="186690" cy="163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Segoe UI Symbol"/>
                <a:cs typeface="Segoe UI Symbol"/>
              </a:defRPr>
            </a:lvl1pPr>
          </a:lstStyle>
          <a:p>
            <a:pPr marL="38100">
              <a:lnSpc>
                <a:spcPts val="1180"/>
              </a:lnSpc>
            </a:pPr>
            <a:fld id="{81D60167-4931-47E6-BA6A-407CBD079E47}" type="slidenum">
              <a:rPr dirty="0" spc="1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60239" y="1522475"/>
            <a:ext cx="4066540" cy="4518660"/>
            <a:chOff x="4960239" y="1522475"/>
            <a:chExt cx="4066540" cy="4518660"/>
          </a:xfrm>
        </p:grpSpPr>
        <p:sp>
          <p:nvSpPr>
            <p:cNvPr id="3" name="object 3"/>
            <p:cNvSpPr/>
            <p:nvPr/>
          </p:nvSpPr>
          <p:spPr>
            <a:xfrm>
              <a:off x="4960239" y="1522475"/>
              <a:ext cx="4066540" cy="4518660"/>
            </a:xfrm>
            <a:custGeom>
              <a:avLst/>
              <a:gdLst/>
              <a:ahLst/>
              <a:cxnLst/>
              <a:rect l="l" t="t" r="r" b="b"/>
              <a:pathLst>
                <a:path w="4066540" h="4518660">
                  <a:moveTo>
                    <a:pt x="3084957" y="4518660"/>
                  </a:moveTo>
                  <a:lnTo>
                    <a:pt x="1637157" y="4518660"/>
                  </a:lnTo>
                  <a:lnTo>
                    <a:pt x="1590922" y="4513304"/>
                  </a:lnTo>
                  <a:lnTo>
                    <a:pt x="1547184" y="4497662"/>
                  </a:lnTo>
                  <a:lnTo>
                    <a:pt x="1506664" y="4472368"/>
                  </a:lnTo>
                  <a:lnTo>
                    <a:pt x="1470081" y="4438057"/>
                  </a:lnTo>
                  <a:lnTo>
                    <a:pt x="1438155" y="4395364"/>
                  </a:lnTo>
                  <a:lnTo>
                    <a:pt x="1411605" y="4344924"/>
                  </a:lnTo>
                  <a:lnTo>
                    <a:pt x="690753" y="2679192"/>
                  </a:lnTo>
                  <a:lnTo>
                    <a:pt x="673398" y="2633174"/>
                  </a:lnTo>
                  <a:lnTo>
                    <a:pt x="661828" y="2584624"/>
                  </a:lnTo>
                  <a:lnTo>
                    <a:pt x="656043" y="2534554"/>
                  </a:lnTo>
                  <a:lnTo>
                    <a:pt x="656043" y="2483977"/>
                  </a:lnTo>
                  <a:lnTo>
                    <a:pt x="661828" y="2433907"/>
                  </a:lnTo>
                  <a:lnTo>
                    <a:pt x="673398" y="2385357"/>
                  </a:lnTo>
                  <a:lnTo>
                    <a:pt x="690753" y="2339339"/>
                  </a:lnTo>
                  <a:lnTo>
                    <a:pt x="957453" y="1720595"/>
                  </a:lnTo>
                  <a:lnTo>
                    <a:pt x="980313" y="1668779"/>
                  </a:lnTo>
                  <a:lnTo>
                    <a:pt x="968335" y="1657635"/>
                  </a:lnTo>
                  <a:lnTo>
                    <a:pt x="940689" y="1613916"/>
                  </a:lnTo>
                  <a:lnTo>
                    <a:pt x="637413" y="914400"/>
                  </a:lnTo>
                  <a:lnTo>
                    <a:pt x="622554" y="843533"/>
                  </a:lnTo>
                  <a:lnTo>
                    <a:pt x="626268" y="806815"/>
                  </a:lnTo>
                  <a:lnTo>
                    <a:pt x="940689" y="73151"/>
                  </a:lnTo>
                  <a:lnTo>
                    <a:pt x="980503" y="19431"/>
                  </a:lnTo>
                  <a:lnTo>
                    <a:pt x="1035177" y="0"/>
                  </a:lnTo>
                  <a:lnTo>
                    <a:pt x="1641729" y="0"/>
                  </a:lnTo>
                  <a:lnTo>
                    <a:pt x="1696402" y="19431"/>
                  </a:lnTo>
                  <a:lnTo>
                    <a:pt x="1736217" y="73151"/>
                  </a:lnTo>
                  <a:lnTo>
                    <a:pt x="1746160" y="96011"/>
                  </a:lnTo>
                  <a:lnTo>
                    <a:pt x="1068705" y="96011"/>
                  </a:lnTo>
                  <a:lnTo>
                    <a:pt x="1043392" y="100441"/>
                  </a:lnTo>
                  <a:lnTo>
                    <a:pt x="1000767" y="133302"/>
                  </a:lnTo>
                  <a:lnTo>
                    <a:pt x="716661" y="780288"/>
                  </a:lnTo>
                  <a:lnTo>
                    <a:pt x="702945" y="843533"/>
                  </a:lnTo>
                  <a:lnTo>
                    <a:pt x="706374" y="876299"/>
                  </a:lnTo>
                  <a:lnTo>
                    <a:pt x="984885" y="1527047"/>
                  </a:lnTo>
                  <a:lnTo>
                    <a:pt x="1009959" y="1565195"/>
                  </a:lnTo>
                  <a:lnTo>
                    <a:pt x="1024509" y="1577339"/>
                  </a:lnTo>
                  <a:lnTo>
                    <a:pt x="1003173" y="1627631"/>
                  </a:lnTo>
                  <a:lnTo>
                    <a:pt x="986409" y="1664207"/>
                  </a:lnTo>
                  <a:lnTo>
                    <a:pt x="1003173" y="1674876"/>
                  </a:lnTo>
                  <a:lnTo>
                    <a:pt x="1010054" y="1676876"/>
                  </a:lnTo>
                  <a:lnTo>
                    <a:pt x="1017079" y="1678304"/>
                  </a:lnTo>
                  <a:lnTo>
                    <a:pt x="1024389" y="1679162"/>
                  </a:lnTo>
                  <a:lnTo>
                    <a:pt x="1032129" y="1679447"/>
                  </a:lnTo>
                  <a:lnTo>
                    <a:pt x="3743978" y="1679447"/>
                  </a:lnTo>
                  <a:lnTo>
                    <a:pt x="4031361" y="2339339"/>
                  </a:lnTo>
                  <a:lnTo>
                    <a:pt x="4048716" y="2385357"/>
                  </a:lnTo>
                  <a:lnTo>
                    <a:pt x="4060286" y="2433907"/>
                  </a:lnTo>
                  <a:lnTo>
                    <a:pt x="4066071" y="2483977"/>
                  </a:lnTo>
                  <a:lnTo>
                    <a:pt x="4066071" y="2534554"/>
                  </a:lnTo>
                  <a:lnTo>
                    <a:pt x="4060286" y="2584624"/>
                  </a:lnTo>
                  <a:lnTo>
                    <a:pt x="4048716" y="2633174"/>
                  </a:lnTo>
                  <a:lnTo>
                    <a:pt x="4031361" y="2679192"/>
                  </a:lnTo>
                  <a:lnTo>
                    <a:pt x="3305936" y="4344924"/>
                  </a:lnTo>
                  <a:lnTo>
                    <a:pt x="3280995" y="4395364"/>
                  </a:lnTo>
                  <a:lnTo>
                    <a:pt x="3249661" y="4438057"/>
                  </a:lnTo>
                  <a:lnTo>
                    <a:pt x="3213163" y="4472368"/>
                  </a:lnTo>
                  <a:lnTo>
                    <a:pt x="3172728" y="4497662"/>
                  </a:lnTo>
                  <a:lnTo>
                    <a:pt x="3129583" y="4513304"/>
                  </a:lnTo>
                  <a:lnTo>
                    <a:pt x="3084957" y="4518660"/>
                  </a:lnTo>
                  <a:close/>
                </a:path>
                <a:path w="4066540" h="4518660">
                  <a:moveTo>
                    <a:pt x="1917573" y="490727"/>
                  </a:moveTo>
                  <a:lnTo>
                    <a:pt x="1833753" y="490727"/>
                  </a:lnTo>
                  <a:lnTo>
                    <a:pt x="1804797" y="422147"/>
                  </a:lnTo>
                  <a:lnTo>
                    <a:pt x="1690497" y="160019"/>
                  </a:lnTo>
                  <a:lnTo>
                    <a:pt x="1675280" y="133302"/>
                  </a:lnTo>
                  <a:lnTo>
                    <a:pt x="1655635" y="113156"/>
                  </a:lnTo>
                  <a:lnTo>
                    <a:pt x="1632846" y="100441"/>
                  </a:lnTo>
                  <a:lnTo>
                    <a:pt x="1608201" y="96011"/>
                  </a:lnTo>
                  <a:lnTo>
                    <a:pt x="1746160" y="96011"/>
                  </a:lnTo>
                  <a:lnTo>
                    <a:pt x="1899285" y="448055"/>
                  </a:lnTo>
                  <a:lnTo>
                    <a:pt x="1917573" y="490727"/>
                  </a:lnTo>
                  <a:close/>
                </a:path>
                <a:path w="4066540" h="4518660">
                  <a:moveTo>
                    <a:pt x="1605153" y="1583435"/>
                  </a:moveTo>
                  <a:lnTo>
                    <a:pt x="1067181" y="1583435"/>
                  </a:lnTo>
                  <a:lnTo>
                    <a:pt x="1060346" y="1583150"/>
                  </a:lnTo>
                  <a:lnTo>
                    <a:pt x="1053655" y="1582292"/>
                  </a:lnTo>
                  <a:lnTo>
                    <a:pt x="1047249" y="1580864"/>
                  </a:lnTo>
                  <a:lnTo>
                    <a:pt x="1041273" y="1578863"/>
                  </a:lnTo>
                  <a:lnTo>
                    <a:pt x="1022985" y="1569720"/>
                  </a:lnTo>
                  <a:lnTo>
                    <a:pt x="1134046" y="1315321"/>
                  </a:lnTo>
                  <a:lnTo>
                    <a:pt x="1341845" y="835342"/>
                  </a:lnTo>
                  <a:lnTo>
                    <a:pt x="1411605" y="673607"/>
                  </a:lnTo>
                  <a:lnTo>
                    <a:pt x="1438155" y="623167"/>
                  </a:lnTo>
                  <a:lnTo>
                    <a:pt x="1470081" y="580474"/>
                  </a:lnTo>
                  <a:lnTo>
                    <a:pt x="1506664" y="546163"/>
                  </a:lnTo>
                  <a:lnTo>
                    <a:pt x="1547184" y="520869"/>
                  </a:lnTo>
                  <a:lnTo>
                    <a:pt x="1590922" y="505227"/>
                  </a:lnTo>
                  <a:lnTo>
                    <a:pt x="1637157" y="499871"/>
                  </a:lnTo>
                  <a:lnTo>
                    <a:pt x="1839849" y="499871"/>
                  </a:lnTo>
                  <a:lnTo>
                    <a:pt x="1876839" y="585301"/>
                  </a:lnTo>
                  <a:lnTo>
                    <a:pt x="1936421" y="721254"/>
                  </a:lnTo>
                  <a:lnTo>
                    <a:pt x="1958721" y="772667"/>
                  </a:lnTo>
                  <a:lnTo>
                    <a:pt x="1968150" y="802933"/>
                  </a:lnTo>
                  <a:lnTo>
                    <a:pt x="1971275" y="835151"/>
                  </a:lnTo>
                  <a:lnTo>
                    <a:pt x="1971294" y="835342"/>
                  </a:lnTo>
                  <a:lnTo>
                    <a:pt x="1968150" y="868037"/>
                  </a:lnTo>
                  <a:lnTo>
                    <a:pt x="1687449" y="1519427"/>
                  </a:lnTo>
                  <a:lnTo>
                    <a:pt x="1653159" y="1566290"/>
                  </a:lnTo>
                  <a:lnTo>
                    <a:pt x="1630013" y="1579006"/>
                  </a:lnTo>
                  <a:lnTo>
                    <a:pt x="1605153" y="1583435"/>
                  </a:lnTo>
                  <a:close/>
                </a:path>
                <a:path w="4066540" h="4518660">
                  <a:moveTo>
                    <a:pt x="3743978" y="1679447"/>
                  </a:moveTo>
                  <a:lnTo>
                    <a:pt x="1640205" y="1679447"/>
                  </a:lnTo>
                  <a:lnTo>
                    <a:pt x="1668232" y="1674447"/>
                  </a:lnTo>
                  <a:lnTo>
                    <a:pt x="1694116" y="1660016"/>
                  </a:lnTo>
                  <a:lnTo>
                    <a:pt x="1733169" y="1606295"/>
                  </a:lnTo>
                  <a:lnTo>
                    <a:pt x="2037969" y="906779"/>
                  </a:lnTo>
                  <a:lnTo>
                    <a:pt x="2052808" y="835342"/>
                  </a:lnTo>
                  <a:lnTo>
                    <a:pt x="2052828" y="835151"/>
                  </a:lnTo>
                  <a:lnTo>
                    <a:pt x="2049113" y="798337"/>
                  </a:lnTo>
                  <a:lnTo>
                    <a:pt x="2037969" y="763523"/>
                  </a:lnTo>
                  <a:lnTo>
                    <a:pt x="1955307" y="574743"/>
                  </a:lnTo>
                  <a:lnTo>
                    <a:pt x="1937385" y="533400"/>
                  </a:lnTo>
                  <a:lnTo>
                    <a:pt x="1922145" y="499871"/>
                  </a:lnTo>
                  <a:lnTo>
                    <a:pt x="3084957" y="499871"/>
                  </a:lnTo>
                  <a:lnTo>
                    <a:pt x="3129583" y="505227"/>
                  </a:lnTo>
                  <a:lnTo>
                    <a:pt x="3172728" y="520869"/>
                  </a:lnTo>
                  <a:lnTo>
                    <a:pt x="3213163" y="546163"/>
                  </a:lnTo>
                  <a:lnTo>
                    <a:pt x="3249661" y="580474"/>
                  </a:lnTo>
                  <a:lnTo>
                    <a:pt x="3280995" y="623167"/>
                  </a:lnTo>
                  <a:lnTo>
                    <a:pt x="3305936" y="673607"/>
                  </a:lnTo>
                  <a:lnTo>
                    <a:pt x="3743854" y="1679162"/>
                  </a:lnTo>
                  <a:lnTo>
                    <a:pt x="3743978" y="1679447"/>
                  </a:lnTo>
                  <a:close/>
                </a:path>
                <a:path w="4066540" h="4518660">
                  <a:moveTo>
                    <a:pt x="590169" y="3717036"/>
                  </a:moveTo>
                  <a:lnTo>
                    <a:pt x="238125" y="3717036"/>
                  </a:lnTo>
                  <a:lnTo>
                    <a:pt x="222289" y="3714011"/>
                  </a:lnTo>
                  <a:lnTo>
                    <a:pt x="184785" y="3674364"/>
                  </a:lnTo>
                  <a:lnTo>
                    <a:pt x="8001" y="3268980"/>
                  </a:lnTo>
                  <a:lnTo>
                    <a:pt x="0" y="3228403"/>
                  </a:lnTo>
                  <a:lnTo>
                    <a:pt x="2000" y="3207043"/>
                  </a:lnTo>
                  <a:lnTo>
                    <a:pt x="184785" y="2781300"/>
                  </a:lnTo>
                  <a:lnTo>
                    <a:pt x="222289" y="2742938"/>
                  </a:lnTo>
                  <a:lnTo>
                    <a:pt x="238125" y="2740152"/>
                  </a:lnTo>
                  <a:lnTo>
                    <a:pt x="590169" y="2740152"/>
                  </a:lnTo>
                  <a:lnTo>
                    <a:pt x="635174" y="2763940"/>
                  </a:lnTo>
                  <a:lnTo>
                    <a:pt x="820293" y="3186684"/>
                  </a:lnTo>
                  <a:lnTo>
                    <a:pt x="829437" y="3228403"/>
                  </a:lnTo>
                  <a:lnTo>
                    <a:pt x="827151" y="3249477"/>
                  </a:lnTo>
                  <a:lnTo>
                    <a:pt x="645033" y="3674364"/>
                  </a:lnTo>
                  <a:lnTo>
                    <a:pt x="622173" y="3705415"/>
                  </a:lnTo>
                  <a:lnTo>
                    <a:pt x="590169" y="3717036"/>
                  </a:lnTo>
                  <a:close/>
                </a:path>
              </a:pathLst>
            </a:custGeom>
            <a:solidFill>
              <a:srgbClr val="808080">
                <a:alpha val="14843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0655" y="2278380"/>
              <a:ext cx="2808732" cy="3003803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100">
                <a:solidFill>
                  <a:srgbClr val="1F497C"/>
                </a:solidFill>
              </a:rPr>
              <a:t>SMART</a:t>
            </a:r>
            <a:r>
              <a:rPr dirty="0" sz="3500" spc="5">
                <a:solidFill>
                  <a:srgbClr val="1F497C"/>
                </a:solidFill>
              </a:rPr>
              <a:t> </a:t>
            </a:r>
            <a:r>
              <a:rPr dirty="0" sz="3500" spc="85">
                <a:solidFill>
                  <a:srgbClr val="1F497C"/>
                </a:solidFill>
              </a:rPr>
              <a:t>INDIA</a:t>
            </a:r>
            <a:r>
              <a:rPr dirty="0" sz="3500" spc="15">
                <a:solidFill>
                  <a:srgbClr val="1F497C"/>
                </a:solidFill>
              </a:rPr>
              <a:t> </a:t>
            </a:r>
            <a:r>
              <a:rPr dirty="0" sz="3500">
                <a:solidFill>
                  <a:srgbClr val="1F497C"/>
                </a:solidFill>
              </a:rPr>
              <a:t>HACKATHON</a:t>
            </a:r>
            <a:r>
              <a:rPr dirty="0" sz="3500" spc="25">
                <a:solidFill>
                  <a:srgbClr val="1F497C"/>
                </a:solidFill>
              </a:rPr>
              <a:t> </a:t>
            </a:r>
            <a:r>
              <a:rPr dirty="0" sz="3500" spc="-50">
                <a:solidFill>
                  <a:srgbClr val="1F497C"/>
                </a:solidFill>
              </a:rPr>
              <a:t>2026</a:t>
            </a:r>
            <a:endParaRPr sz="3500"/>
          </a:p>
        </p:txBody>
      </p:sp>
      <p:sp>
        <p:nvSpPr>
          <p:cNvPr id="6" name="object 6"/>
          <p:cNvSpPr txBox="1"/>
          <p:nvPr/>
        </p:nvSpPr>
        <p:spPr>
          <a:xfrm>
            <a:off x="357627" y="1859993"/>
            <a:ext cx="5558155" cy="47155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404870">
              <a:lnSpc>
                <a:spcPct val="100000"/>
              </a:lnSpc>
              <a:spcBef>
                <a:spcPts val="110"/>
              </a:spcBef>
            </a:pPr>
            <a:r>
              <a:rPr dirty="0" sz="2800" b="1">
                <a:latin typeface="Times New Roman"/>
                <a:cs typeface="Times New Roman"/>
              </a:rPr>
              <a:t>TITLE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PAGE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2800">
              <a:latin typeface="Times New Roman"/>
              <a:cs typeface="Times New Roman"/>
            </a:endParaRPr>
          </a:p>
          <a:p>
            <a:pPr algn="just" marL="264795" indent="-252095">
              <a:lnSpc>
                <a:spcPct val="100000"/>
              </a:lnSpc>
              <a:buFont typeface="Arial MT"/>
              <a:buChar char="•"/>
              <a:tabLst>
                <a:tab pos="264795" algn="l"/>
              </a:tabLst>
            </a:pPr>
            <a:r>
              <a:rPr dirty="0" sz="2100" b="1">
                <a:latin typeface="Arial"/>
                <a:cs typeface="Arial"/>
              </a:rPr>
              <a:t>Problem</a:t>
            </a:r>
            <a:r>
              <a:rPr dirty="0" sz="2100" spc="-15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Statement</a:t>
            </a:r>
            <a:r>
              <a:rPr dirty="0" sz="2100" spc="-25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ID</a:t>
            </a:r>
            <a:r>
              <a:rPr dirty="0" sz="2100" spc="-35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–</a:t>
            </a:r>
            <a:r>
              <a:rPr dirty="0" sz="2100" spc="-10" b="1">
                <a:latin typeface="Arial"/>
                <a:cs typeface="Arial"/>
              </a:rPr>
              <a:t>SIH26001</a:t>
            </a:r>
            <a:endParaRPr sz="2100">
              <a:latin typeface="Arial"/>
              <a:cs typeface="Arial"/>
            </a:endParaRPr>
          </a:p>
          <a:p>
            <a:pPr algn="just" marL="263525" marR="502920" indent="-251460">
              <a:lnSpc>
                <a:spcPct val="150200"/>
              </a:lnSpc>
              <a:spcBef>
                <a:spcPts val="10"/>
              </a:spcBef>
              <a:buFont typeface="Arial MT"/>
              <a:buChar char="•"/>
              <a:tabLst>
                <a:tab pos="263525" algn="l"/>
              </a:tabLst>
            </a:pPr>
            <a:r>
              <a:rPr dirty="0" sz="2100" b="1">
                <a:latin typeface="Arial"/>
                <a:cs typeface="Arial"/>
              </a:rPr>
              <a:t>Problem</a:t>
            </a:r>
            <a:r>
              <a:rPr dirty="0" sz="2100" spc="35" b="1">
                <a:latin typeface="Arial"/>
                <a:cs typeface="Arial"/>
              </a:rPr>
              <a:t>  </a:t>
            </a:r>
            <a:r>
              <a:rPr dirty="0" sz="2100" b="1">
                <a:latin typeface="Arial"/>
                <a:cs typeface="Arial"/>
              </a:rPr>
              <a:t>Statement</a:t>
            </a:r>
            <a:r>
              <a:rPr dirty="0" sz="2100" spc="20" b="1">
                <a:latin typeface="Arial"/>
                <a:cs typeface="Arial"/>
              </a:rPr>
              <a:t>  </a:t>
            </a:r>
            <a:r>
              <a:rPr dirty="0" sz="2100" b="1">
                <a:latin typeface="Arial"/>
                <a:cs typeface="Arial"/>
              </a:rPr>
              <a:t>Title-</a:t>
            </a:r>
            <a:r>
              <a:rPr dirty="0" sz="2100" spc="204" b="1">
                <a:latin typeface="Arial"/>
                <a:cs typeface="Arial"/>
              </a:rPr>
              <a:t>   </a:t>
            </a:r>
            <a:r>
              <a:rPr dirty="0" sz="2100" spc="-10" b="1">
                <a:latin typeface="Arial"/>
                <a:cs typeface="Arial"/>
              </a:rPr>
              <a:t>AI-Based </a:t>
            </a:r>
            <a:r>
              <a:rPr dirty="0" sz="2100" b="1">
                <a:latin typeface="Arial"/>
                <a:cs typeface="Arial"/>
              </a:rPr>
              <a:t>early</a:t>
            </a:r>
            <a:r>
              <a:rPr dirty="0" sz="2100" spc="320" b="1">
                <a:latin typeface="Arial"/>
                <a:cs typeface="Arial"/>
              </a:rPr>
              <a:t>  </a:t>
            </a:r>
            <a:r>
              <a:rPr dirty="0" sz="2100" b="1">
                <a:latin typeface="Arial"/>
                <a:cs typeface="Arial"/>
              </a:rPr>
              <a:t>warning</a:t>
            </a:r>
            <a:r>
              <a:rPr dirty="0" sz="2100" spc="315" b="1">
                <a:latin typeface="Arial"/>
                <a:cs typeface="Arial"/>
              </a:rPr>
              <a:t>  </a:t>
            </a:r>
            <a:r>
              <a:rPr dirty="0" sz="2100" b="1">
                <a:latin typeface="Arial"/>
                <a:cs typeface="Arial"/>
              </a:rPr>
              <a:t>and</a:t>
            </a:r>
            <a:r>
              <a:rPr dirty="0" sz="2100" spc="325" b="1">
                <a:latin typeface="Arial"/>
                <a:cs typeface="Arial"/>
              </a:rPr>
              <a:t>  </a:t>
            </a:r>
            <a:r>
              <a:rPr dirty="0" sz="2100" b="1">
                <a:latin typeface="Arial"/>
                <a:cs typeface="Arial"/>
              </a:rPr>
              <a:t>landslide</a:t>
            </a:r>
            <a:r>
              <a:rPr dirty="0" sz="2100" spc="320" b="1">
                <a:latin typeface="Arial"/>
                <a:cs typeface="Arial"/>
              </a:rPr>
              <a:t>  </a:t>
            </a:r>
            <a:r>
              <a:rPr dirty="0" sz="2100" spc="-20" b="1">
                <a:latin typeface="Arial"/>
                <a:cs typeface="Arial"/>
              </a:rPr>
              <a:t>Risk </a:t>
            </a:r>
            <a:r>
              <a:rPr dirty="0" sz="2100" b="1">
                <a:latin typeface="Arial"/>
                <a:cs typeface="Arial"/>
              </a:rPr>
              <a:t>Monitoring</a:t>
            </a:r>
            <a:r>
              <a:rPr dirty="0" sz="2100" spc="-5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System</a:t>
            </a:r>
            <a:r>
              <a:rPr dirty="0" sz="2100" spc="-6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in</a:t>
            </a:r>
            <a:r>
              <a:rPr dirty="0" sz="2100" spc="-45" b="1">
                <a:latin typeface="Arial"/>
                <a:cs typeface="Arial"/>
              </a:rPr>
              <a:t> </a:t>
            </a:r>
            <a:r>
              <a:rPr dirty="0" sz="2100" spc="-25" b="1">
                <a:latin typeface="Arial"/>
                <a:cs typeface="Arial"/>
              </a:rPr>
              <a:t>NER</a:t>
            </a:r>
            <a:endParaRPr sz="2100">
              <a:latin typeface="Arial"/>
              <a:cs typeface="Arial"/>
            </a:endParaRPr>
          </a:p>
          <a:p>
            <a:pPr algn="just" marL="264795" indent="-252095">
              <a:lnSpc>
                <a:spcPct val="100000"/>
              </a:lnSpc>
              <a:spcBef>
                <a:spcPts val="1270"/>
              </a:spcBef>
              <a:buFont typeface="Arial MT"/>
              <a:buChar char="•"/>
              <a:tabLst>
                <a:tab pos="264795" algn="l"/>
              </a:tabLst>
            </a:pPr>
            <a:r>
              <a:rPr dirty="0" sz="2100" spc="-10" b="1">
                <a:latin typeface="Arial"/>
                <a:cs typeface="Arial"/>
              </a:rPr>
              <a:t>Theme-</a:t>
            </a:r>
            <a:r>
              <a:rPr dirty="0" sz="2100" b="1">
                <a:latin typeface="Arial"/>
                <a:cs typeface="Arial"/>
              </a:rPr>
              <a:t>Disaster</a:t>
            </a:r>
            <a:r>
              <a:rPr dirty="0" sz="2100" spc="-10" b="1">
                <a:latin typeface="Arial"/>
                <a:cs typeface="Arial"/>
              </a:rPr>
              <a:t> Management</a:t>
            </a:r>
            <a:endParaRPr sz="2100">
              <a:latin typeface="Arial"/>
              <a:cs typeface="Arial"/>
            </a:endParaRPr>
          </a:p>
          <a:p>
            <a:pPr algn="just" marL="264795" indent="-25209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264795" algn="l"/>
              </a:tabLst>
            </a:pPr>
            <a:r>
              <a:rPr dirty="0" sz="2100" b="1">
                <a:latin typeface="Arial"/>
                <a:cs typeface="Arial"/>
              </a:rPr>
              <a:t>PS</a:t>
            </a:r>
            <a:r>
              <a:rPr dirty="0" sz="2100" spc="-3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Category-</a:t>
            </a:r>
            <a:r>
              <a:rPr dirty="0" sz="2100" spc="-15" b="1">
                <a:latin typeface="Arial"/>
                <a:cs typeface="Arial"/>
              </a:rPr>
              <a:t> </a:t>
            </a:r>
            <a:r>
              <a:rPr dirty="0" sz="2100" spc="-10" b="1">
                <a:latin typeface="Arial"/>
                <a:cs typeface="Arial"/>
              </a:rPr>
              <a:t>Software</a:t>
            </a:r>
            <a:endParaRPr sz="2100">
              <a:latin typeface="Arial"/>
              <a:cs typeface="Arial"/>
            </a:endParaRPr>
          </a:p>
          <a:p>
            <a:pPr algn="just" marL="264795" indent="-252095">
              <a:lnSpc>
                <a:spcPct val="100000"/>
              </a:lnSpc>
              <a:spcBef>
                <a:spcPts val="1275"/>
              </a:spcBef>
              <a:buFont typeface="Arial MT"/>
              <a:buChar char="•"/>
              <a:tabLst>
                <a:tab pos="264795" algn="l"/>
              </a:tabLst>
            </a:pPr>
            <a:r>
              <a:rPr dirty="0" sz="2100" spc="-10" b="1">
                <a:latin typeface="Arial"/>
                <a:cs typeface="Arial"/>
              </a:rPr>
              <a:t>Team</a:t>
            </a:r>
            <a:r>
              <a:rPr dirty="0" sz="2100" spc="-130" b="1">
                <a:latin typeface="Arial"/>
                <a:cs typeface="Arial"/>
              </a:rPr>
              <a:t> </a:t>
            </a:r>
            <a:r>
              <a:rPr dirty="0" sz="2100" spc="-25" b="1">
                <a:latin typeface="Arial"/>
                <a:cs typeface="Arial"/>
              </a:rPr>
              <a:t>ID-</a:t>
            </a:r>
            <a:endParaRPr sz="2100">
              <a:latin typeface="Arial"/>
              <a:cs typeface="Arial"/>
            </a:endParaRPr>
          </a:p>
          <a:p>
            <a:pPr algn="just" marL="264795" indent="-25209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264795" algn="l"/>
              </a:tabLst>
            </a:pPr>
            <a:r>
              <a:rPr dirty="0" sz="2100" spc="-10" b="1">
                <a:latin typeface="Arial"/>
                <a:cs typeface="Arial"/>
              </a:rPr>
              <a:t>Team</a:t>
            </a:r>
            <a:r>
              <a:rPr dirty="0" sz="2100" spc="-5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Name</a:t>
            </a:r>
            <a:r>
              <a:rPr dirty="0" sz="2100" spc="-5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(Registered</a:t>
            </a:r>
            <a:r>
              <a:rPr dirty="0" sz="2100" spc="-5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on</a:t>
            </a:r>
            <a:r>
              <a:rPr dirty="0" sz="2100" spc="-55" b="1">
                <a:latin typeface="Arial"/>
                <a:cs typeface="Arial"/>
              </a:rPr>
              <a:t> </a:t>
            </a:r>
            <a:r>
              <a:rPr dirty="0" sz="2100" spc="-10" b="1">
                <a:latin typeface="Arial"/>
                <a:cs typeface="Arial"/>
              </a:rPr>
              <a:t>portal)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4023" y="775716"/>
            <a:ext cx="197205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09463" y="1238389"/>
            <a:ext cx="2321560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IDEA</a:t>
            </a:r>
            <a:r>
              <a:rPr dirty="0" spc="-195"/>
              <a:t> </a:t>
            </a:r>
            <a:r>
              <a:rPr dirty="0" spc="-20"/>
              <a:t>TITLE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153" y="1783844"/>
            <a:ext cx="10321925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110">
                <a:solidFill>
                  <a:srgbClr val="1F497C"/>
                </a:solidFill>
                <a:latin typeface="Times New Roman"/>
                <a:cs typeface="Times New Roman"/>
              </a:rPr>
              <a:t>v</a:t>
            </a:r>
            <a:r>
              <a:rPr dirty="0" u="sng" sz="2800" spc="110" b="1">
                <a:solidFill>
                  <a:srgbClr val="1F497C"/>
                </a:solidFill>
                <a:uFill>
                  <a:solidFill>
                    <a:srgbClr val="1F497C"/>
                  </a:solidFill>
                </a:uFill>
                <a:latin typeface="Arial"/>
                <a:cs typeface="Arial"/>
              </a:rPr>
              <a:t>Proposed</a:t>
            </a:r>
            <a:r>
              <a:rPr dirty="0" u="sng" sz="2800" spc="-5" b="1">
                <a:solidFill>
                  <a:srgbClr val="1F497C"/>
                </a:solidFill>
                <a:uFill>
                  <a:solidFill>
                    <a:srgbClr val="1F497C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800" b="1">
                <a:solidFill>
                  <a:srgbClr val="1F497C"/>
                </a:solidFill>
                <a:uFill>
                  <a:solidFill>
                    <a:srgbClr val="1F497C"/>
                  </a:solidFill>
                </a:uFill>
                <a:latin typeface="Arial"/>
                <a:cs typeface="Arial"/>
              </a:rPr>
              <a:t>Solution</a:t>
            </a:r>
            <a:r>
              <a:rPr dirty="0" u="sng" sz="2800" spc="-5" b="1">
                <a:solidFill>
                  <a:srgbClr val="1F497C"/>
                </a:solidFill>
                <a:uFill>
                  <a:solidFill>
                    <a:srgbClr val="1F497C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800" b="1">
                <a:solidFill>
                  <a:srgbClr val="1F497C"/>
                </a:solidFill>
                <a:uFill>
                  <a:solidFill>
                    <a:srgbClr val="1F497C"/>
                  </a:solidFill>
                </a:uFill>
                <a:latin typeface="Arial"/>
                <a:cs typeface="Arial"/>
              </a:rPr>
              <a:t>(Describe</a:t>
            </a:r>
            <a:r>
              <a:rPr dirty="0" u="sng" sz="2800" spc="-20" b="1">
                <a:solidFill>
                  <a:srgbClr val="1F497C"/>
                </a:solidFill>
                <a:uFill>
                  <a:solidFill>
                    <a:srgbClr val="1F497C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800" b="1">
                <a:solidFill>
                  <a:srgbClr val="1F497C"/>
                </a:solidFill>
                <a:uFill>
                  <a:solidFill>
                    <a:srgbClr val="1F497C"/>
                  </a:solidFill>
                </a:uFill>
                <a:latin typeface="Arial"/>
                <a:cs typeface="Arial"/>
              </a:rPr>
              <a:t>your</a:t>
            </a:r>
            <a:r>
              <a:rPr dirty="0" u="sng" sz="2800" spc="-30" b="1">
                <a:solidFill>
                  <a:srgbClr val="1F497C"/>
                </a:solidFill>
                <a:uFill>
                  <a:solidFill>
                    <a:srgbClr val="1F497C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800" spc="-10" b="1">
                <a:solidFill>
                  <a:srgbClr val="1F497C"/>
                </a:solidFill>
                <a:uFill>
                  <a:solidFill>
                    <a:srgbClr val="1F497C"/>
                  </a:solidFill>
                </a:uFill>
                <a:latin typeface="Arial"/>
                <a:cs typeface="Arial"/>
              </a:rPr>
              <a:t>Idea/Solution/Prototype)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9559" y="996695"/>
            <a:ext cx="1097280" cy="707390"/>
          </a:xfrm>
          <a:custGeom>
            <a:avLst/>
            <a:gdLst/>
            <a:ahLst/>
            <a:cxnLst/>
            <a:rect l="l" t="t" r="r" b="b"/>
            <a:pathLst>
              <a:path w="1097280" h="707389">
                <a:moveTo>
                  <a:pt x="0" y="353567"/>
                </a:moveTo>
                <a:lnTo>
                  <a:pt x="11135" y="282368"/>
                </a:lnTo>
                <a:lnTo>
                  <a:pt x="43076" y="216026"/>
                </a:lnTo>
                <a:lnTo>
                  <a:pt x="66163" y="185124"/>
                </a:lnTo>
                <a:lnTo>
                  <a:pt x="93627" y="155971"/>
                </a:lnTo>
                <a:lnTo>
                  <a:pt x="125195" y="128748"/>
                </a:lnTo>
                <a:lnTo>
                  <a:pt x="160591" y="103631"/>
                </a:lnTo>
                <a:lnTo>
                  <a:pt x="199541" y="80801"/>
                </a:lnTo>
                <a:lnTo>
                  <a:pt x="241771" y="60436"/>
                </a:lnTo>
                <a:lnTo>
                  <a:pt x="287005" y="42713"/>
                </a:lnTo>
                <a:lnTo>
                  <a:pt x="334970" y="27812"/>
                </a:lnTo>
                <a:lnTo>
                  <a:pt x="385390" y="15912"/>
                </a:lnTo>
                <a:lnTo>
                  <a:pt x="437992" y="7191"/>
                </a:lnTo>
                <a:lnTo>
                  <a:pt x="492500" y="1827"/>
                </a:lnTo>
                <a:lnTo>
                  <a:pt x="548639" y="0"/>
                </a:lnTo>
                <a:lnTo>
                  <a:pt x="604779" y="1827"/>
                </a:lnTo>
                <a:lnTo>
                  <a:pt x="659287" y="7191"/>
                </a:lnTo>
                <a:lnTo>
                  <a:pt x="711889" y="15912"/>
                </a:lnTo>
                <a:lnTo>
                  <a:pt x="762309" y="27812"/>
                </a:lnTo>
                <a:lnTo>
                  <a:pt x="810274" y="42713"/>
                </a:lnTo>
                <a:lnTo>
                  <a:pt x="855508" y="60436"/>
                </a:lnTo>
                <a:lnTo>
                  <a:pt x="897738" y="80801"/>
                </a:lnTo>
                <a:lnTo>
                  <a:pt x="936688" y="103631"/>
                </a:lnTo>
                <a:lnTo>
                  <a:pt x="972084" y="128748"/>
                </a:lnTo>
                <a:lnTo>
                  <a:pt x="1003652" y="155971"/>
                </a:lnTo>
                <a:lnTo>
                  <a:pt x="1031116" y="185124"/>
                </a:lnTo>
                <a:lnTo>
                  <a:pt x="1054203" y="216026"/>
                </a:lnTo>
                <a:lnTo>
                  <a:pt x="1086144" y="282368"/>
                </a:lnTo>
                <a:lnTo>
                  <a:pt x="1097279" y="353567"/>
                </a:lnTo>
                <a:lnTo>
                  <a:pt x="1094450" y="389685"/>
                </a:lnTo>
                <a:lnTo>
                  <a:pt x="1072637" y="458634"/>
                </a:lnTo>
                <a:lnTo>
                  <a:pt x="1031116" y="522011"/>
                </a:lnTo>
                <a:lnTo>
                  <a:pt x="1003652" y="551164"/>
                </a:lnTo>
                <a:lnTo>
                  <a:pt x="972084" y="578387"/>
                </a:lnTo>
                <a:lnTo>
                  <a:pt x="936688" y="603503"/>
                </a:lnTo>
                <a:lnTo>
                  <a:pt x="897738" y="626334"/>
                </a:lnTo>
                <a:lnTo>
                  <a:pt x="855508" y="646699"/>
                </a:lnTo>
                <a:lnTo>
                  <a:pt x="810274" y="664422"/>
                </a:lnTo>
                <a:lnTo>
                  <a:pt x="762309" y="679322"/>
                </a:lnTo>
                <a:lnTo>
                  <a:pt x="711889" y="691223"/>
                </a:lnTo>
                <a:lnTo>
                  <a:pt x="659287" y="699944"/>
                </a:lnTo>
                <a:lnTo>
                  <a:pt x="604779" y="705308"/>
                </a:lnTo>
                <a:lnTo>
                  <a:pt x="548639" y="707135"/>
                </a:lnTo>
                <a:lnTo>
                  <a:pt x="492500" y="705308"/>
                </a:lnTo>
                <a:lnTo>
                  <a:pt x="437992" y="699944"/>
                </a:lnTo>
                <a:lnTo>
                  <a:pt x="385390" y="691223"/>
                </a:lnTo>
                <a:lnTo>
                  <a:pt x="334970" y="679322"/>
                </a:lnTo>
                <a:lnTo>
                  <a:pt x="287005" y="664422"/>
                </a:lnTo>
                <a:lnTo>
                  <a:pt x="241771" y="646699"/>
                </a:lnTo>
                <a:lnTo>
                  <a:pt x="199541" y="626334"/>
                </a:lnTo>
                <a:lnTo>
                  <a:pt x="160591" y="603503"/>
                </a:lnTo>
                <a:lnTo>
                  <a:pt x="125195" y="578387"/>
                </a:lnTo>
                <a:lnTo>
                  <a:pt x="93627" y="551164"/>
                </a:lnTo>
                <a:lnTo>
                  <a:pt x="66163" y="522011"/>
                </a:lnTo>
                <a:lnTo>
                  <a:pt x="43076" y="491108"/>
                </a:lnTo>
                <a:lnTo>
                  <a:pt x="11135" y="424767"/>
                </a:lnTo>
                <a:lnTo>
                  <a:pt x="0" y="353567"/>
                </a:lnTo>
              </a:path>
            </a:pathLst>
          </a:custGeom>
          <a:ln w="22859">
            <a:solidFill>
              <a:srgbClr val="8064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83175" y="962859"/>
            <a:ext cx="509270" cy="748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59055">
              <a:lnSpc>
                <a:spcPct val="101899"/>
              </a:lnSpc>
              <a:spcBef>
                <a:spcPts val="95"/>
              </a:spcBef>
            </a:pPr>
            <a:r>
              <a:rPr dirty="0" sz="1550" spc="-20">
                <a:latin typeface="Calibri"/>
                <a:cs typeface="Calibri"/>
              </a:rPr>
              <a:t>Your Team Name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9931" y="794004"/>
            <a:ext cx="1927859" cy="89458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51331" y="3532632"/>
            <a:ext cx="8818245" cy="440690"/>
          </a:xfrm>
          <a:custGeom>
            <a:avLst/>
            <a:gdLst/>
            <a:ahLst/>
            <a:cxnLst/>
            <a:rect l="l" t="t" r="r" b="b"/>
            <a:pathLst>
              <a:path w="8818245" h="440689">
                <a:moveTo>
                  <a:pt x="8744712" y="440436"/>
                </a:moveTo>
                <a:lnTo>
                  <a:pt x="73152" y="440436"/>
                </a:lnTo>
                <a:lnTo>
                  <a:pt x="45005" y="435435"/>
                </a:lnTo>
                <a:lnTo>
                  <a:pt x="21716" y="419862"/>
                </a:lnTo>
                <a:lnTo>
                  <a:pt x="5857" y="396287"/>
                </a:lnTo>
                <a:lnTo>
                  <a:pt x="0" y="367283"/>
                </a:lnTo>
                <a:lnTo>
                  <a:pt x="0" y="73151"/>
                </a:lnTo>
                <a:lnTo>
                  <a:pt x="5857" y="45219"/>
                </a:lnTo>
                <a:lnTo>
                  <a:pt x="21717" y="22288"/>
                </a:lnTo>
                <a:lnTo>
                  <a:pt x="45005" y="6500"/>
                </a:lnTo>
                <a:lnTo>
                  <a:pt x="73152" y="0"/>
                </a:lnTo>
                <a:lnTo>
                  <a:pt x="8744712" y="0"/>
                </a:lnTo>
                <a:lnTo>
                  <a:pt x="8773715" y="6500"/>
                </a:lnTo>
                <a:lnTo>
                  <a:pt x="8797290" y="22288"/>
                </a:lnTo>
                <a:lnTo>
                  <a:pt x="8812863" y="45219"/>
                </a:lnTo>
                <a:lnTo>
                  <a:pt x="8817864" y="73151"/>
                </a:lnTo>
                <a:lnTo>
                  <a:pt x="8817864" y="367283"/>
                </a:lnTo>
                <a:lnTo>
                  <a:pt x="8812863" y="396287"/>
                </a:lnTo>
                <a:lnTo>
                  <a:pt x="8797290" y="419862"/>
                </a:lnTo>
                <a:lnTo>
                  <a:pt x="8773715" y="435435"/>
                </a:lnTo>
                <a:lnTo>
                  <a:pt x="8744712" y="440436"/>
                </a:lnTo>
                <a:close/>
              </a:path>
            </a:pathLst>
          </a:custGeom>
          <a:solidFill>
            <a:srgbClr val="1D3F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8091" y="2197452"/>
            <a:ext cx="10502900" cy="174117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313055" indent="-300355">
              <a:lnSpc>
                <a:spcPct val="100000"/>
              </a:lnSpc>
              <a:spcBef>
                <a:spcPts val="1155"/>
              </a:spcBef>
              <a:buChar char="•"/>
              <a:tabLst>
                <a:tab pos="313055" algn="l"/>
              </a:tabLst>
            </a:pPr>
            <a:r>
              <a:rPr dirty="0" sz="1750" spc="-10">
                <a:latin typeface="Arial MT"/>
                <a:cs typeface="Arial MT"/>
              </a:rPr>
              <a:t>GeoShield</a:t>
            </a:r>
            <a:r>
              <a:rPr dirty="0" sz="1750" spc="-11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AI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–</a:t>
            </a:r>
            <a:r>
              <a:rPr dirty="0" sz="1750" spc="-10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An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Offline</a:t>
            </a:r>
            <a:r>
              <a:rPr dirty="0" sz="1750" spc="-110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AI-</a:t>
            </a:r>
            <a:r>
              <a:rPr dirty="0" sz="1750">
                <a:latin typeface="Arial MT"/>
                <a:cs typeface="Arial MT"/>
              </a:rPr>
              <a:t>Powered</a:t>
            </a:r>
            <a:r>
              <a:rPr dirty="0" sz="1750" spc="-2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Landslide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Early</a:t>
            </a:r>
            <a:r>
              <a:rPr dirty="0" sz="1750" spc="-1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Warning</a:t>
            </a:r>
            <a:r>
              <a:rPr dirty="0" sz="1750" spc="-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&amp;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Risk</a:t>
            </a:r>
            <a:r>
              <a:rPr dirty="0" sz="1750" spc="-1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Monitoring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Platform.</a:t>
            </a:r>
            <a:endParaRPr sz="1750">
              <a:latin typeface="Arial MT"/>
              <a:cs typeface="Arial MT"/>
            </a:endParaRPr>
          </a:p>
          <a:p>
            <a:pPr marL="312420" marR="5080" indent="-300355">
              <a:lnSpc>
                <a:spcPct val="150300"/>
              </a:lnSpc>
              <a:buChar char="•"/>
              <a:tabLst>
                <a:tab pos="312420" algn="l"/>
              </a:tabLst>
            </a:pPr>
            <a:r>
              <a:rPr dirty="0" sz="1750" spc="-10">
                <a:latin typeface="Arial MT"/>
                <a:cs typeface="Arial MT"/>
              </a:rPr>
              <a:t>GeoShield</a:t>
            </a:r>
            <a:r>
              <a:rPr dirty="0" sz="1750" spc="-114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AI</a:t>
            </a:r>
            <a:r>
              <a:rPr dirty="0" sz="1750" spc="-3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combines</a:t>
            </a:r>
            <a:r>
              <a:rPr dirty="0" sz="1750" spc="-2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satellite</a:t>
            </a:r>
            <a:r>
              <a:rPr dirty="0" sz="1750" spc="-30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intelligence,</a:t>
            </a:r>
            <a:r>
              <a:rPr dirty="0" sz="1750" spc="-11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AI</a:t>
            </a:r>
            <a:r>
              <a:rPr dirty="0" sz="1750" spc="-3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prediction,</a:t>
            </a:r>
            <a:r>
              <a:rPr dirty="0" sz="1750" spc="-1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IoT</a:t>
            </a:r>
            <a:r>
              <a:rPr dirty="0" sz="1750" spc="-5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validation,</a:t>
            </a:r>
            <a:r>
              <a:rPr dirty="0" sz="1750" spc="-3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and</a:t>
            </a:r>
            <a:r>
              <a:rPr dirty="0" sz="1750" spc="-1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offline</a:t>
            </a:r>
            <a:r>
              <a:rPr dirty="0" sz="1750" spc="-1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community</a:t>
            </a:r>
            <a:r>
              <a:rPr dirty="0" sz="1750" spc="-2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alert</a:t>
            </a:r>
            <a:r>
              <a:rPr dirty="0" sz="1750" spc="445">
                <a:latin typeface="Arial MT"/>
                <a:cs typeface="Arial MT"/>
              </a:rPr>
              <a:t> </a:t>
            </a:r>
            <a:r>
              <a:rPr dirty="0" sz="1750" spc="-25">
                <a:latin typeface="Arial MT"/>
                <a:cs typeface="Arial MT"/>
              </a:rPr>
              <a:t>to </a:t>
            </a:r>
            <a:r>
              <a:rPr dirty="0" sz="1750">
                <a:latin typeface="Arial MT"/>
                <a:cs typeface="Arial MT"/>
              </a:rPr>
              <a:t>provide</a:t>
            </a:r>
            <a:r>
              <a:rPr dirty="0" sz="1750" spc="-40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real-</a:t>
            </a:r>
            <a:r>
              <a:rPr dirty="0" sz="1750">
                <a:latin typeface="Arial MT"/>
                <a:cs typeface="Arial MT"/>
              </a:rPr>
              <a:t>time</a:t>
            </a:r>
            <a:r>
              <a:rPr dirty="0" sz="1750" spc="-3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landslide</a:t>
            </a:r>
            <a:r>
              <a:rPr dirty="0" sz="1750" spc="-2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risk</a:t>
            </a:r>
            <a:r>
              <a:rPr dirty="0" sz="1750" spc="-3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monitoring</a:t>
            </a:r>
            <a:r>
              <a:rPr dirty="0" sz="1750" spc="-3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and</a:t>
            </a:r>
            <a:r>
              <a:rPr dirty="0" sz="1750" spc="-4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emergency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response</a:t>
            </a:r>
            <a:r>
              <a:rPr dirty="0" sz="1750" spc="-4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for</a:t>
            </a:r>
            <a:r>
              <a:rPr dirty="0" sz="1750" spc="-3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vulnerable</a:t>
            </a:r>
            <a:r>
              <a:rPr dirty="0" sz="1750" spc="-4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villages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in</a:t>
            </a:r>
            <a:r>
              <a:rPr dirty="0" sz="1750" spc="-2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the</a:t>
            </a:r>
            <a:r>
              <a:rPr dirty="0" sz="1750" spc="-20">
                <a:latin typeface="Arial MT"/>
                <a:cs typeface="Arial MT"/>
              </a:rPr>
              <a:t> NER.</a:t>
            </a:r>
            <a:endParaRPr sz="1750">
              <a:latin typeface="Arial MT"/>
              <a:cs typeface="Arial MT"/>
            </a:endParaRPr>
          </a:p>
          <a:p>
            <a:pPr algn="ctr" marR="309880">
              <a:lnSpc>
                <a:spcPct val="100000"/>
              </a:lnSpc>
              <a:spcBef>
                <a:spcPts val="1175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Satellite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IMD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ISRO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  <a:p>
            <a:pPr algn="ctr" marR="309880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Rainfall</a:t>
            </a:r>
            <a:r>
              <a:rPr dirty="0" sz="950" spc="15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•</a:t>
            </a:r>
            <a:r>
              <a:rPr dirty="0" sz="950" spc="5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DEM</a:t>
            </a:r>
            <a:r>
              <a:rPr dirty="0" sz="950" spc="1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•</a:t>
            </a:r>
            <a:r>
              <a:rPr dirty="0" sz="950" spc="2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Soil</a:t>
            </a:r>
            <a:r>
              <a:rPr dirty="0" sz="950" spc="5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•</a:t>
            </a:r>
            <a:r>
              <a:rPr dirty="0" sz="950" spc="3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FEFEF"/>
                </a:solidFill>
                <a:latin typeface="Calibri"/>
                <a:cs typeface="Calibri"/>
              </a:rPr>
              <a:t>Weather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0287" y="4079747"/>
            <a:ext cx="8819515" cy="441959"/>
          </a:xfrm>
          <a:custGeom>
            <a:avLst/>
            <a:gdLst/>
            <a:ahLst/>
            <a:cxnLst/>
            <a:rect l="l" t="t" r="r" b="b"/>
            <a:pathLst>
              <a:path w="8819515" h="441960">
                <a:moveTo>
                  <a:pt x="8744712" y="441960"/>
                </a:moveTo>
                <a:lnTo>
                  <a:pt x="73152" y="441960"/>
                </a:lnTo>
                <a:lnTo>
                  <a:pt x="45219" y="436078"/>
                </a:lnTo>
                <a:lnTo>
                  <a:pt x="22288" y="420052"/>
                </a:lnTo>
                <a:lnTo>
                  <a:pt x="6500" y="396311"/>
                </a:lnTo>
                <a:lnTo>
                  <a:pt x="0" y="367283"/>
                </a:lnTo>
                <a:lnTo>
                  <a:pt x="0" y="73151"/>
                </a:lnTo>
                <a:lnTo>
                  <a:pt x="6500" y="45219"/>
                </a:lnTo>
                <a:lnTo>
                  <a:pt x="22288" y="22288"/>
                </a:lnTo>
                <a:lnTo>
                  <a:pt x="45219" y="6500"/>
                </a:lnTo>
                <a:lnTo>
                  <a:pt x="73152" y="0"/>
                </a:lnTo>
                <a:lnTo>
                  <a:pt x="8744712" y="0"/>
                </a:lnTo>
                <a:lnTo>
                  <a:pt x="8774382" y="6500"/>
                </a:lnTo>
                <a:lnTo>
                  <a:pt x="8798051" y="22288"/>
                </a:lnTo>
                <a:lnTo>
                  <a:pt x="8813720" y="45219"/>
                </a:lnTo>
                <a:lnTo>
                  <a:pt x="8819387" y="73151"/>
                </a:lnTo>
                <a:lnTo>
                  <a:pt x="8819387" y="367283"/>
                </a:lnTo>
                <a:lnTo>
                  <a:pt x="8813720" y="396311"/>
                </a:lnTo>
                <a:lnTo>
                  <a:pt x="8798051" y="420052"/>
                </a:lnTo>
                <a:lnTo>
                  <a:pt x="8774382" y="436078"/>
                </a:lnTo>
                <a:lnTo>
                  <a:pt x="8744712" y="441960"/>
                </a:lnTo>
                <a:close/>
              </a:path>
            </a:pathLst>
          </a:custGeom>
          <a:solidFill>
            <a:srgbClr val="1664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01624" y="4703064"/>
            <a:ext cx="8819515" cy="440690"/>
          </a:xfrm>
          <a:custGeom>
            <a:avLst/>
            <a:gdLst/>
            <a:ahLst/>
            <a:cxnLst/>
            <a:rect l="l" t="t" r="r" b="b"/>
            <a:pathLst>
              <a:path w="8819515" h="440689">
                <a:moveTo>
                  <a:pt x="8744712" y="440436"/>
                </a:moveTo>
                <a:lnTo>
                  <a:pt x="73152" y="440436"/>
                </a:lnTo>
                <a:lnTo>
                  <a:pt x="45219" y="434792"/>
                </a:lnTo>
                <a:lnTo>
                  <a:pt x="22288" y="419290"/>
                </a:lnTo>
                <a:lnTo>
                  <a:pt x="6500" y="396073"/>
                </a:lnTo>
                <a:lnTo>
                  <a:pt x="0" y="367283"/>
                </a:lnTo>
                <a:lnTo>
                  <a:pt x="0" y="73151"/>
                </a:lnTo>
                <a:lnTo>
                  <a:pt x="6500" y="45005"/>
                </a:lnTo>
                <a:lnTo>
                  <a:pt x="22288" y="21716"/>
                </a:lnTo>
                <a:lnTo>
                  <a:pt x="45219" y="5857"/>
                </a:lnTo>
                <a:lnTo>
                  <a:pt x="73152" y="0"/>
                </a:lnTo>
                <a:lnTo>
                  <a:pt x="8744712" y="0"/>
                </a:lnTo>
                <a:lnTo>
                  <a:pt x="8773739" y="5857"/>
                </a:lnTo>
                <a:lnTo>
                  <a:pt x="8797480" y="21716"/>
                </a:lnTo>
                <a:lnTo>
                  <a:pt x="8813506" y="45005"/>
                </a:lnTo>
                <a:lnTo>
                  <a:pt x="8819387" y="73151"/>
                </a:lnTo>
                <a:lnTo>
                  <a:pt x="8819387" y="367283"/>
                </a:lnTo>
                <a:lnTo>
                  <a:pt x="8813506" y="396073"/>
                </a:lnTo>
                <a:lnTo>
                  <a:pt x="8797480" y="419290"/>
                </a:lnTo>
                <a:lnTo>
                  <a:pt x="8773739" y="434792"/>
                </a:lnTo>
                <a:lnTo>
                  <a:pt x="8744712" y="440436"/>
                </a:lnTo>
                <a:close/>
              </a:path>
            </a:pathLst>
          </a:custGeom>
          <a:solidFill>
            <a:srgbClr val="E957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0287" y="5250179"/>
            <a:ext cx="8819515" cy="441959"/>
          </a:xfrm>
          <a:custGeom>
            <a:avLst/>
            <a:gdLst/>
            <a:ahLst/>
            <a:cxnLst/>
            <a:rect l="l" t="t" r="r" b="b"/>
            <a:pathLst>
              <a:path w="8819515" h="441960">
                <a:moveTo>
                  <a:pt x="8744712" y="441960"/>
                </a:moveTo>
                <a:lnTo>
                  <a:pt x="73152" y="441960"/>
                </a:lnTo>
                <a:lnTo>
                  <a:pt x="45219" y="436316"/>
                </a:lnTo>
                <a:lnTo>
                  <a:pt x="22288" y="420814"/>
                </a:lnTo>
                <a:lnTo>
                  <a:pt x="6500" y="397597"/>
                </a:lnTo>
                <a:lnTo>
                  <a:pt x="0" y="368807"/>
                </a:lnTo>
                <a:lnTo>
                  <a:pt x="0" y="74675"/>
                </a:lnTo>
                <a:lnTo>
                  <a:pt x="6500" y="45862"/>
                </a:lnTo>
                <a:lnTo>
                  <a:pt x="22288" y="22478"/>
                </a:lnTo>
                <a:lnTo>
                  <a:pt x="45219" y="6524"/>
                </a:lnTo>
                <a:lnTo>
                  <a:pt x="73152" y="0"/>
                </a:lnTo>
                <a:lnTo>
                  <a:pt x="8744712" y="0"/>
                </a:lnTo>
                <a:lnTo>
                  <a:pt x="8774382" y="6524"/>
                </a:lnTo>
                <a:lnTo>
                  <a:pt x="8798051" y="22478"/>
                </a:lnTo>
                <a:lnTo>
                  <a:pt x="8813720" y="45862"/>
                </a:lnTo>
                <a:lnTo>
                  <a:pt x="8819387" y="74675"/>
                </a:lnTo>
                <a:lnTo>
                  <a:pt x="8819387" y="368807"/>
                </a:lnTo>
                <a:lnTo>
                  <a:pt x="8813720" y="397597"/>
                </a:lnTo>
                <a:lnTo>
                  <a:pt x="8798051" y="420814"/>
                </a:lnTo>
                <a:lnTo>
                  <a:pt x="8774382" y="436316"/>
                </a:lnTo>
                <a:lnTo>
                  <a:pt x="8744712" y="441960"/>
                </a:lnTo>
                <a:close/>
              </a:path>
            </a:pathLst>
          </a:custGeom>
          <a:solidFill>
            <a:srgbClr val="7C3A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01624" y="5798819"/>
            <a:ext cx="8819515" cy="441959"/>
          </a:xfrm>
          <a:custGeom>
            <a:avLst/>
            <a:gdLst/>
            <a:ahLst/>
            <a:cxnLst/>
            <a:rect l="l" t="t" r="r" b="b"/>
            <a:pathLst>
              <a:path w="8819515" h="441960">
                <a:moveTo>
                  <a:pt x="8744712" y="441960"/>
                </a:moveTo>
                <a:lnTo>
                  <a:pt x="73152" y="441960"/>
                </a:lnTo>
                <a:lnTo>
                  <a:pt x="45219" y="436078"/>
                </a:lnTo>
                <a:lnTo>
                  <a:pt x="22288" y="420052"/>
                </a:lnTo>
                <a:lnTo>
                  <a:pt x="6500" y="396311"/>
                </a:lnTo>
                <a:lnTo>
                  <a:pt x="0" y="367283"/>
                </a:lnTo>
                <a:lnTo>
                  <a:pt x="0" y="73151"/>
                </a:lnTo>
                <a:lnTo>
                  <a:pt x="6500" y="45219"/>
                </a:lnTo>
                <a:lnTo>
                  <a:pt x="22288" y="22288"/>
                </a:lnTo>
                <a:lnTo>
                  <a:pt x="45219" y="6500"/>
                </a:lnTo>
                <a:lnTo>
                  <a:pt x="73152" y="0"/>
                </a:lnTo>
                <a:lnTo>
                  <a:pt x="8744712" y="0"/>
                </a:lnTo>
                <a:lnTo>
                  <a:pt x="8773739" y="6500"/>
                </a:lnTo>
                <a:lnTo>
                  <a:pt x="8797480" y="22288"/>
                </a:lnTo>
                <a:lnTo>
                  <a:pt x="8813506" y="45219"/>
                </a:lnTo>
                <a:lnTo>
                  <a:pt x="8819387" y="73151"/>
                </a:lnTo>
                <a:lnTo>
                  <a:pt x="8819387" y="367283"/>
                </a:lnTo>
                <a:lnTo>
                  <a:pt x="8813506" y="396311"/>
                </a:lnTo>
                <a:lnTo>
                  <a:pt x="8797480" y="420052"/>
                </a:lnTo>
                <a:lnTo>
                  <a:pt x="8773739" y="436078"/>
                </a:lnTo>
                <a:lnTo>
                  <a:pt x="8744712" y="441960"/>
                </a:lnTo>
                <a:close/>
              </a:path>
            </a:pathLst>
          </a:custGeom>
          <a:solidFill>
            <a:srgbClr val="DB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435831" y="4096181"/>
            <a:ext cx="1508125" cy="210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Risk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LSTM</a:t>
            </a:r>
            <a:r>
              <a:rPr dirty="0" sz="950" spc="15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+</a:t>
            </a:r>
            <a:r>
              <a:rPr dirty="0" sz="950" spc="2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XGBoost</a:t>
            </a:r>
            <a:r>
              <a:rPr dirty="0" sz="950" spc="1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→</a:t>
            </a:r>
            <a:r>
              <a:rPr dirty="0" sz="950" spc="15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Risk</a:t>
            </a:r>
            <a:r>
              <a:rPr dirty="0" sz="950" spc="1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EFEFEF"/>
                </a:solidFill>
                <a:latin typeface="Calibri"/>
                <a:cs typeface="Calibri"/>
              </a:rPr>
              <a:t>Score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950">
              <a:latin typeface="Calibri"/>
              <a:cs typeface="Calibri"/>
            </a:endParaRPr>
          </a:p>
          <a:p>
            <a:pPr algn="ctr" marL="40005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GeoShield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Beacon</a:t>
            </a:r>
            <a:endParaRPr sz="1400">
              <a:latin typeface="Calibri"/>
              <a:cs typeface="Calibri"/>
            </a:endParaRPr>
          </a:p>
          <a:p>
            <a:pPr algn="ctr" marL="41275">
              <a:lnSpc>
                <a:spcPct val="100000"/>
              </a:lnSpc>
              <a:spcBef>
                <a:spcPts val="40"/>
              </a:spcBef>
            </a:pP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Siren</a:t>
            </a:r>
            <a:r>
              <a:rPr dirty="0" sz="950" spc="5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•</a:t>
            </a:r>
            <a:r>
              <a:rPr dirty="0" sz="950" spc="2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Voice •</a:t>
            </a:r>
            <a:r>
              <a:rPr dirty="0" sz="950" spc="15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LED</a:t>
            </a:r>
            <a:r>
              <a:rPr dirty="0" sz="950" spc="15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• </a:t>
            </a:r>
            <a:r>
              <a:rPr dirty="0" sz="950" spc="-20">
                <a:solidFill>
                  <a:srgbClr val="EFEFEF"/>
                </a:solidFill>
                <a:latin typeface="Calibri"/>
                <a:cs typeface="Calibri"/>
              </a:rPr>
              <a:t>LoRa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SafePath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Offline</a:t>
            </a:r>
            <a:r>
              <a:rPr dirty="0" sz="950" spc="35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Evacuation</a:t>
            </a:r>
            <a:r>
              <a:rPr dirty="0" sz="950" spc="4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EFEFEF"/>
                </a:solidFill>
                <a:latin typeface="Calibri"/>
                <a:cs typeface="Calibri"/>
              </a:rPr>
              <a:t>Route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50">
              <a:latin typeface="Calibri"/>
              <a:cs typeface="Calibri"/>
            </a:endParaRPr>
          </a:p>
          <a:p>
            <a:pPr algn="ctr" marL="4191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Govt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endParaRPr sz="1400">
              <a:latin typeface="Calibri"/>
              <a:cs typeface="Calibri"/>
            </a:endParaRPr>
          </a:p>
          <a:p>
            <a:pPr algn="ctr" marL="43180">
              <a:lnSpc>
                <a:spcPct val="100000"/>
              </a:lnSpc>
              <a:spcBef>
                <a:spcPts val="40"/>
              </a:spcBef>
            </a:pP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Collector</a:t>
            </a:r>
            <a:r>
              <a:rPr dirty="0" sz="950" spc="2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• SDRF</a:t>
            </a:r>
            <a:r>
              <a:rPr dirty="0" sz="950" spc="5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FEFEF"/>
                </a:solidFill>
                <a:latin typeface="Calibri"/>
                <a:cs typeface="Calibri"/>
              </a:rPr>
              <a:t>•</a:t>
            </a:r>
            <a:r>
              <a:rPr dirty="0" sz="950" spc="2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FEFEF"/>
                </a:solidFill>
                <a:latin typeface="Calibri"/>
                <a:cs typeface="Calibri"/>
              </a:rPr>
              <a:t>Police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/>
              <a:t>@SIH</a:t>
            </a:r>
            <a:r>
              <a:rPr dirty="0" spc="235"/>
              <a:t> </a:t>
            </a:r>
            <a:r>
              <a:rPr dirty="0"/>
              <a:t>Idea</a:t>
            </a:r>
            <a:r>
              <a:rPr dirty="0" spc="235"/>
              <a:t> </a:t>
            </a:r>
            <a:r>
              <a:rPr dirty="0" spc="55"/>
              <a:t>submission-</a:t>
            </a:r>
            <a:r>
              <a:rPr dirty="0" spc="229"/>
              <a:t> </a:t>
            </a:r>
            <a:r>
              <a:rPr dirty="0" spc="65"/>
              <a:t>Template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80"/>
              </a:lnSpc>
            </a:pPr>
            <a:fld id="{81D60167-4931-47E6-BA6A-407CBD079E47}" type="slidenum">
              <a:rPr dirty="0" spc="1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7957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TECHNICAL</a:t>
            </a:r>
            <a:r>
              <a:rPr dirty="0" spc="-305"/>
              <a:t> </a:t>
            </a:r>
            <a:r>
              <a:rPr dirty="0" spc="-10"/>
              <a:t>APPROACH</a:t>
            </a:r>
          </a:p>
        </p:txBody>
      </p:sp>
      <p:sp>
        <p:nvSpPr>
          <p:cNvPr id="3" name="object 3"/>
          <p:cNvSpPr/>
          <p:nvPr/>
        </p:nvSpPr>
        <p:spPr>
          <a:xfrm>
            <a:off x="289559" y="996695"/>
            <a:ext cx="1097280" cy="707390"/>
          </a:xfrm>
          <a:custGeom>
            <a:avLst/>
            <a:gdLst/>
            <a:ahLst/>
            <a:cxnLst/>
            <a:rect l="l" t="t" r="r" b="b"/>
            <a:pathLst>
              <a:path w="1097280" h="707389">
                <a:moveTo>
                  <a:pt x="0" y="353567"/>
                </a:moveTo>
                <a:lnTo>
                  <a:pt x="11135" y="282368"/>
                </a:lnTo>
                <a:lnTo>
                  <a:pt x="43076" y="216026"/>
                </a:lnTo>
                <a:lnTo>
                  <a:pt x="66163" y="185124"/>
                </a:lnTo>
                <a:lnTo>
                  <a:pt x="93627" y="155971"/>
                </a:lnTo>
                <a:lnTo>
                  <a:pt x="125195" y="128748"/>
                </a:lnTo>
                <a:lnTo>
                  <a:pt x="160591" y="103631"/>
                </a:lnTo>
                <a:lnTo>
                  <a:pt x="199541" y="80801"/>
                </a:lnTo>
                <a:lnTo>
                  <a:pt x="241771" y="60436"/>
                </a:lnTo>
                <a:lnTo>
                  <a:pt x="287005" y="42713"/>
                </a:lnTo>
                <a:lnTo>
                  <a:pt x="334970" y="27812"/>
                </a:lnTo>
                <a:lnTo>
                  <a:pt x="385390" y="15912"/>
                </a:lnTo>
                <a:lnTo>
                  <a:pt x="437992" y="7191"/>
                </a:lnTo>
                <a:lnTo>
                  <a:pt x="492500" y="1827"/>
                </a:lnTo>
                <a:lnTo>
                  <a:pt x="548639" y="0"/>
                </a:lnTo>
                <a:lnTo>
                  <a:pt x="604779" y="1827"/>
                </a:lnTo>
                <a:lnTo>
                  <a:pt x="659287" y="7191"/>
                </a:lnTo>
                <a:lnTo>
                  <a:pt x="711889" y="15912"/>
                </a:lnTo>
                <a:lnTo>
                  <a:pt x="762309" y="27812"/>
                </a:lnTo>
                <a:lnTo>
                  <a:pt x="810274" y="42713"/>
                </a:lnTo>
                <a:lnTo>
                  <a:pt x="855508" y="60436"/>
                </a:lnTo>
                <a:lnTo>
                  <a:pt x="897738" y="80801"/>
                </a:lnTo>
                <a:lnTo>
                  <a:pt x="936688" y="103631"/>
                </a:lnTo>
                <a:lnTo>
                  <a:pt x="972084" y="128748"/>
                </a:lnTo>
                <a:lnTo>
                  <a:pt x="1003652" y="155971"/>
                </a:lnTo>
                <a:lnTo>
                  <a:pt x="1031116" y="185124"/>
                </a:lnTo>
                <a:lnTo>
                  <a:pt x="1054203" y="216026"/>
                </a:lnTo>
                <a:lnTo>
                  <a:pt x="1086144" y="282368"/>
                </a:lnTo>
                <a:lnTo>
                  <a:pt x="1097279" y="353567"/>
                </a:lnTo>
                <a:lnTo>
                  <a:pt x="1094450" y="389685"/>
                </a:lnTo>
                <a:lnTo>
                  <a:pt x="1072637" y="458634"/>
                </a:lnTo>
                <a:lnTo>
                  <a:pt x="1031116" y="522011"/>
                </a:lnTo>
                <a:lnTo>
                  <a:pt x="1003652" y="551164"/>
                </a:lnTo>
                <a:lnTo>
                  <a:pt x="972084" y="578387"/>
                </a:lnTo>
                <a:lnTo>
                  <a:pt x="936688" y="603503"/>
                </a:lnTo>
                <a:lnTo>
                  <a:pt x="897738" y="626334"/>
                </a:lnTo>
                <a:lnTo>
                  <a:pt x="855508" y="646699"/>
                </a:lnTo>
                <a:lnTo>
                  <a:pt x="810274" y="664422"/>
                </a:lnTo>
                <a:lnTo>
                  <a:pt x="762309" y="679322"/>
                </a:lnTo>
                <a:lnTo>
                  <a:pt x="711889" y="691223"/>
                </a:lnTo>
                <a:lnTo>
                  <a:pt x="659287" y="699944"/>
                </a:lnTo>
                <a:lnTo>
                  <a:pt x="604779" y="705308"/>
                </a:lnTo>
                <a:lnTo>
                  <a:pt x="548639" y="707135"/>
                </a:lnTo>
                <a:lnTo>
                  <a:pt x="492500" y="705308"/>
                </a:lnTo>
                <a:lnTo>
                  <a:pt x="437992" y="699944"/>
                </a:lnTo>
                <a:lnTo>
                  <a:pt x="385390" y="691223"/>
                </a:lnTo>
                <a:lnTo>
                  <a:pt x="334970" y="679322"/>
                </a:lnTo>
                <a:lnTo>
                  <a:pt x="287005" y="664422"/>
                </a:lnTo>
                <a:lnTo>
                  <a:pt x="241771" y="646699"/>
                </a:lnTo>
                <a:lnTo>
                  <a:pt x="199541" y="626334"/>
                </a:lnTo>
                <a:lnTo>
                  <a:pt x="160591" y="603503"/>
                </a:lnTo>
                <a:lnTo>
                  <a:pt x="125195" y="578387"/>
                </a:lnTo>
                <a:lnTo>
                  <a:pt x="93627" y="551164"/>
                </a:lnTo>
                <a:lnTo>
                  <a:pt x="66163" y="522011"/>
                </a:lnTo>
                <a:lnTo>
                  <a:pt x="43076" y="491108"/>
                </a:lnTo>
                <a:lnTo>
                  <a:pt x="11135" y="424767"/>
                </a:lnTo>
                <a:lnTo>
                  <a:pt x="0" y="353567"/>
                </a:lnTo>
              </a:path>
            </a:pathLst>
          </a:custGeom>
          <a:ln w="22859">
            <a:solidFill>
              <a:srgbClr val="8064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83175" y="962859"/>
            <a:ext cx="509270" cy="748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59055">
              <a:lnSpc>
                <a:spcPct val="101899"/>
              </a:lnSpc>
              <a:spcBef>
                <a:spcPts val="95"/>
              </a:spcBef>
            </a:pPr>
            <a:r>
              <a:rPr dirty="0" sz="1550" spc="-20">
                <a:latin typeface="Calibri"/>
                <a:cs typeface="Calibri"/>
              </a:rPr>
              <a:t>Your Team Name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9931" y="794004"/>
            <a:ext cx="1927859" cy="89458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2833" y="1773592"/>
            <a:ext cx="7850505" cy="4006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50" spc="-10" b="1">
                <a:solidFill>
                  <a:srgbClr val="166434"/>
                </a:solidFill>
                <a:latin typeface="Arial"/>
                <a:cs typeface="Arial"/>
              </a:rPr>
              <a:t>Technical</a:t>
            </a:r>
            <a:r>
              <a:rPr dirty="0" sz="2450" spc="-50" b="1">
                <a:solidFill>
                  <a:srgbClr val="166434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166434"/>
                </a:solidFill>
                <a:latin typeface="Arial"/>
                <a:cs typeface="Arial"/>
              </a:rPr>
              <a:t>Workflow</a:t>
            </a:r>
            <a:r>
              <a:rPr dirty="0" sz="2450" spc="-75" b="1">
                <a:solidFill>
                  <a:srgbClr val="166434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166434"/>
                </a:solidFill>
                <a:latin typeface="Arial"/>
                <a:cs typeface="Arial"/>
              </a:rPr>
              <a:t>(Software</a:t>
            </a:r>
            <a:r>
              <a:rPr dirty="0" sz="2450" spc="-65" b="1">
                <a:solidFill>
                  <a:srgbClr val="166434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166434"/>
                </a:solidFill>
                <a:latin typeface="Arial"/>
                <a:cs typeface="Arial"/>
              </a:rPr>
              <a:t>+</a:t>
            </a:r>
            <a:r>
              <a:rPr dirty="0" sz="2450" spc="-65" b="1">
                <a:solidFill>
                  <a:srgbClr val="166434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166434"/>
                </a:solidFill>
                <a:latin typeface="Arial"/>
                <a:cs typeface="Arial"/>
              </a:rPr>
              <a:t>Hardware</a:t>
            </a:r>
            <a:r>
              <a:rPr dirty="0" sz="2450" spc="-65" b="1">
                <a:solidFill>
                  <a:srgbClr val="166434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166434"/>
                </a:solidFill>
                <a:latin typeface="Arial"/>
                <a:cs typeface="Arial"/>
              </a:rPr>
              <a:t>Prototype)</a:t>
            </a:r>
            <a:endParaRPr sz="24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97002" y="2113025"/>
            <a:ext cx="1772920" cy="969644"/>
            <a:chOff x="397002" y="2113025"/>
            <a:chExt cx="1772920" cy="969644"/>
          </a:xfrm>
        </p:grpSpPr>
        <p:sp>
          <p:nvSpPr>
            <p:cNvPr id="8" name="object 8"/>
            <p:cNvSpPr/>
            <p:nvPr/>
          </p:nvSpPr>
          <p:spPr>
            <a:xfrm>
              <a:off x="400812" y="2115311"/>
              <a:ext cx="1763395" cy="963294"/>
            </a:xfrm>
            <a:custGeom>
              <a:avLst/>
              <a:gdLst/>
              <a:ahLst/>
              <a:cxnLst/>
              <a:rect l="l" t="t" r="r" b="b"/>
              <a:pathLst>
                <a:path w="1763395" h="963294">
                  <a:moveTo>
                    <a:pt x="1603248" y="963168"/>
                  </a:moveTo>
                  <a:lnTo>
                    <a:pt x="160019" y="963168"/>
                  </a:lnTo>
                  <a:lnTo>
                    <a:pt x="110020" y="954999"/>
                  </a:lnTo>
                  <a:lnTo>
                    <a:pt x="66165" y="932200"/>
                  </a:lnTo>
                  <a:lnTo>
                    <a:pt x="31309" y="897331"/>
                  </a:lnTo>
                  <a:lnTo>
                    <a:pt x="8302" y="852952"/>
                  </a:lnTo>
                  <a:lnTo>
                    <a:pt x="0" y="801623"/>
                  </a:lnTo>
                  <a:lnTo>
                    <a:pt x="0" y="161543"/>
                  </a:lnTo>
                  <a:lnTo>
                    <a:pt x="8302" y="110947"/>
                  </a:lnTo>
                  <a:lnTo>
                    <a:pt x="31309" y="66934"/>
                  </a:lnTo>
                  <a:lnTo>
                    <a:pt x="66165" y="32064"/>
                  </a:lnTo>
                  <a:lnTo>
                    <a:pt x="110020" y="8900"/>
                  </a:lnTo>
                  <a:lnTo>
                    <a:pt x="160019" y="0"/>
                  </a:lnTo>
                  <a:lnTo>
                    <a:pt x="1603248" y="0"/>
                  </a:lnTo>
                  <a:lnTo>
                    <a:pt x="1646428" y="6357"/>
                  </a:lnTo>
                  <a:lnTo>
                    <a:pt x="1685035" y="22916"/>
                  </a:lnTo>
                  <a:lnTo>
                    <a:pt x="1717547" y="48196"/>
                  </a:lnTo>
                  <a:lnTo>
                    <a:pt x="1742439" y="80715"/>
                  </a:lnTo>
                  <a:lnTo>
                    <a:pt x="1758187" y="118991"/>
                  </a:lnTo>
                  <a:lnTo>
                    <a:pt x="1763267" y="161543"/>
                  </a:lnTo>
                  <a:lnTo>
                    <a:pt x="1763267" y="801623"/>
                  </a:lnTo>
                  <a:lnTo>
                    <a:pt x="1758187" y="844811"/>
                  </a:lnTo>
                  <a:lnTo>
                    <a:pt x="1742439" y="883468"/>
                  </a:lnTo>
                  <a:lnTo>
                    <a:pt x="1717547" y="916114"/>
                  </a:lnTo>
                  <a:lnTo>
                    <a:pt x="1685035" y="941267"/>
                  </a:lnTo>
                  <a:lnTo>
                    <a:pt x="1646428" y="957445"/>
                  </a:lnTo>
                  <a:lnTo>
                    <a:pt x="1603248" y="963168"/>
                  </a:lnTo>
                  <a:close/>
                </a:path>
              </a:pathLst>
            </a:custGeom>
            <a:solidFill>
              <a:srgbClr val="1D3F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0812" y="2116835"/>
              <a:ext cx="1765300" cy="962025"/>
            </a:xfrm>
            <a:custGeom>
              <a:avLst/>
              <a:gdLst/>
              <a:ahLst/>
              <a:cxnLst/>
              <a:rect l="l" t="t" r="r" b="b"/>
              <a:pathLst>
                <a:path w="1765300" h="962025">
                  <a:moveTo>
                    <a:pt x="0" y="160019"/>
                  </a:moveTo>
                  <a:lnTo>
                    <a:pt x="8314" y="109435"/>
                  </a:lnTo>
                  <a:lnTo>
                    <a:pt x="31406" y="65507"/>
                  </a:lnTo>
                  <a:lnTo>
                    <a:pt x="66495" y="30870"/>
                  </a:lnTo>
                  <a:lnTo>
                    <a:pt x="110800" y="8156"/>
                  </a:lnTo>
                  <a:lnTo>
                    <a:pt x="161543" y="0"/>
                  </a:lnTo>
                  <a:lnTo>
                    <a:pt x="1604771" y="0"/>
                  </a:lnTo>
                  <a:lnTo>
                    <a:pt x="1655356" y="8156"/>
                  </a:lnTo>
                  <a:lnTo>
                    <a:pt x="1699284" y="30870"/>
                  </a:lnTo>
                  <a:lnTo>
                    <a:pt x="1733921" y="65507"/>
                  </a:lnTo>
                  <a:lnTo>
                    <a:pt x="1756635" y="109435"/>
                  </a:lnTo>
                  <a:lnTo>
                    <a:pt x="1764791" y="160019"/>
                  </a:lnTo>
                  <a:lnTo>
                    <a:pt x="1764791" y="801623"/>
                  </a:lnTo>
                  <a:lnTo>
                    <a:pt x="1756635" y="852208"/>
                  </a:lnTo>
                  <a:lnTo>
                    <a:pt x="1733921" y="896136"/>
                  </a:lnTo>
                  <a:lnTo>
                    <a:pt x="1699284" y="930773"/>
                  </a:lnTo>
                  <a:lnTo>
                    <a:pt x="1655356" y="953487"/>
                  </a:lnTo>
                  <a:lnTo>
                    <a:pt x="1604771" y="961644"/>
                  </a:lnTo>
                  <a:lnTo>
                    <a:pt x="161543" y="961644"/>
                  </a:lnTo>
                  <a:lnTo>
                    <a:pt x="110800" y="953487"/>
                  </a:lnTo>
                  <a:lnTo>
                    <a:pt x="66495" y="930773"/>
                  </a:lnTo>
                  <a:lnTo>
                    <a:pt x="31406" y="896136"/>
                  </a:lnTo>
                  <a:lnTo>
                    <a:pt x="8314" y="852208"/>
                  </a:lnTo>
                  <a:lnTo>
                    <a:pt x="0" y="801623"/>
                  </a:lnTo>
                  <a:lnTo>
                    <a:pt x="0" y="160019"/>
                  </a:lnTo>
                  <a:close/>
                </a:path>
              </a:pathLst>
            </a:custGeom>
            <a:ln w="7620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526747" y="2329879"/>
            <a:ext cx="1511935" cy="5073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b="1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dirty="0" sz="155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libri"/>
                <a:cs typeface="Calibri"/>
              </a:rPr>
              <a:t>Collect</a:t>
            </a:r>
            <a:r>
              <a:rPr dirty="0" sz="1550" spc="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libri"/>
                <a:cs typeface="Calibri"/>
              </a:rPr>
              <a:t>Satellite</a:t>
            </a:r>
            <a:endParaRPr sz="1550">
              <a:latin typeface="Calibri"/>
              <a:cs typeface="Calibri"/>
            </a:endParaRPr>
          </a:p>
          <a:p>
            <a:pPr marL="184785">
              <a:lnSpc>
                <a:spcPct val="100000"/>
              </a:lnSpc>
              <a:spcBef>
                <a:spcPts val="35"/>
              </a:spcBef>
            </a:pPr>
            <a:r>
              <a:rPr dirty="0" sz="1550" b="1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550" spc="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libri"/>
                <a:cs typeface="Calibri"/>
              </a:rPr>
              <a:t>Sensor</a:t>
            </a:r>
            <a:r>
              <a:rPr dirty="0" sz="1550" spc="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20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61794" y="2113025"/>
            <a:ext cx="2011680" cy="969644"/>
            <a:chOff x="2161794" y="2113025"/>
            <a:chExt cx="2011680" cy="969644"/>
          </a:xfrm>
        </p:grpSpPr>
        <p:sp>
          <p:nvSpPr>
            <p:cNvPr id="12" name="object 12"/>
            <p:cNvSpPr/>
            <p:nvPr/>
          </p:nvSpPr>
          <p:spPr>
            <a:xfrm>
              <a:off x="2164079" y="2395727"/>
              <a:ext cx="241300" cy="401320"/>
            </a:xfrm>
            <a:custGeom>
              <a:avLst/>
              <a:gdLst/>
              <a:ahLst/>
              <a:cxnLst/>
              <a:rect l="l" t="t" r="r" b="b"/>
              <a:pathLst>
                <a:path w="241300" h="401319">
                  <a:moveTo>
                    <a:pt x="120395" y="400812"/>
                  </a:moveTo>
                  <a:lnTo>
                    <a:pt x="0" y="400812"/>
                  </a:lnTo>
                  <a:lnTo>
                    <a:pt x="120395" y="201168"/>
                  </a:lnTo>
                  <a:lnTo>
                    <a:pt x="0" y="0"/>
                  </a:lnTo>
                  <a:lnTo>
                    <a:pt x="120395" y="0"/>
                  </a:lnTo>
                  <a:lnTo>
                    <a:pt x="240791" y="201168"/>
                  </a:lnTo>
                  <a:lnTo>
                    <a:pt x="120395" y="400812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165604" y="2397251"/>
              <a:ext cx="241300" cy="401320"/>
            </a:xfrm>
            <a:custGeom>
              <a:avLst/>
              <a:gdLst/>
              <a:ahLst/>
              <a:cxnLst/>
              <a:rect l="l" t="t" r="r" b="b"/>
              <a:pathLst>
                <a:path w="241300" h="401319">
                  <a:moveTo>
                    <a:pt x="0" y="0"/>
                  </a:moveTo>
                  <a:lnTo>
                    <a:pt x="120395" y="0"/>
                  </a:lnTo>
                  <a:lnTo>
                    <a:pt x="240791" y="199644"/>
                  </a:lnTo>
                  <a:lnTo>
                    <a:pt x="120395" y="400812"/>
                  </a:lnTo>
                  <a:lnTo>
                    <a:pt x="0" y="400812"/>
                  </a:lnTo>
                  <a:lnTo>
                    <a:pt x="120395" y="199644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04871" y="2115311"/>
              <a:ext cx="1763395" cy="963294"/>
            </a:xfrm>
            <a:custGeom>
              <a:avLst/>
              <a:gdLst/>
              <a:ahLst/>
              <a:cxnLst/>
              <a:rect l="l" t="t" r="r" b="b"/>
              <a:pathLst>
                <a:path w="1763395" h="963294">
                  <a:moveTo>
                    <a:pt x="1603248" y="963168"/>
                  </a:moveTo>
                  <a:lnTo>
                    <a:pt x="160019" y="963168"/>
                  </a:lnTo>
                  <a:lnTo>
                    <a:pt x="110166" y="954999"/>
                  </a:lnTo>
                  <a:lnTo>
                    <a:pt x="66604" y="932200"/>
                  </a:lnTo>
                  <a:lnTo>
                    <a:pt x="31967" y="897331"/>
                  </a:lnTo>
                  <a:lnTo>
                    <a:pt x="8887" y="852952"/>
                  </a:lnTo>
                  <a:lnTo>
                    <a:pt x="0" y="801623"/>
                  </a:lnTo>
                  <a:lnTo>
                    <a:pt x="0" y="161543"/>
                  </a:lnTo>
                  <a:lnTo>
                    <a:pt x="8887" y="110947"/>
                  </a:lnTo>
                  <a:lnTo>
                    <a:pt x="31967" y="66934"/>
                  </a:lnTo>
                  <a:lnTo>
                    <a:pt x="66604" y="32064"/>
                  </a:lnTo>
                  <a:lnTo>
                    <a:pt x="110166" y="8900"/>
                  </a:lnTo>
                  <a:lnTo>
                    <a:pt x="160019" y="0"/>
                  </a:lnTo>
                  <a:lnTo>
                    <a:pt x="1603248" y="0"/>
                  </a:lnTo>
                  <a:lnTo>
                    <a:pt x="1646428" y="6357"/>
                  </a:lnTo>
                  <a:lnTo>
                    <a:pt x="1685035" y="22916"/>
                  </a:lnTo>
                  <a:lnTo>
                    <a:pt x="1717547" y="48196"/>
                  </a:lnTo>
                  <a:lnTo>
                    <a:pt x="1742439" y="80715"/>
                  </a:lnTo>
                  <a:lnTo>
                    <a:pt x="1758187" y="118991"/>
                  </a:lnTo>
                  <a:lnTo>
                    <a:pt x="1763267" y="161543"/>
                  </a:lnTo>
                  <a:lnTo>
                    <a:pt x="1763267" y="801623"/>
                  </a:lnTo>
                  <a:lnTo>
                    <a:pt x="1758187" y="844811"/>
                  </a:lnTo>
                  <a:lnTo>
                    <a:pt x="1742439" y="883468"/>
                  </a:lnTo>
                  <a:lnTo>
                    <a:pt x="1717547" y="916114"/>
                  </a:lnTo>
                  <a:lnTo>
                    <a:pt x="1685035" y="941267"/>
                  </a:lnTo>
                  <a:lnTo>
                    <a:pt x="1646428" y="957445"/>
                  </a:lnTo>
                  <a:lnTo>
                    <a:pt x="1603248" y="963168"/>
                  </a:lnTo>
                  <a:close/>
                </a:path>
              </a:pathLst>
            </a:custGeom>
            <a:solidFill>
              <a:srgbClr val="166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406395" y="2116835"/>
              <a:ext cx="1763395" cy="962025"/>
            </a:xfrm>
            <a:custGeom>
              <a:avLst/>
              <a:gdLst/>
              <a:ahLst/>
              <a:cxnLst/>
              <a:rect l="l" t="t" r="r" b="b"/>
              <a:pathLst>
                <a:path w="1763395" h="962025">
                  <a:moveTo>
                    <a:pt x="0" y="160019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19" y="0"/>
                  </a:lnTo>
                  <a:lnTo>
                    <a:pt x="1603248" y="0"/>
                  </a:lnTo>
                  <a:lnTo>
                    <a:pt x="1653832" y="8156"/>
                  </a:lnTo>
                  <a:lnTo>
                    <a:pt x="1697760" y="30870"/>
                  </a:lnTo>
                  <a:lnTo>
                    <a:pt x="1732397" y="65507"/>
                  </a:lnTo>
                  <a:lnTo>
                    <a:pt x="1755111" y="109435"/>
                  </a:lnTo>
                  <a:lnTo>
                    <a:pt x="1763267" y="160019"/>
                  </a:lnTo>
                  <a:lnTo>
                    <a:pt x="1763267" y="801623"/>
                  </a:lnTo>
                  <a:lnTo>
                    <a:pt x="1755111" y="852208"/>
                  </a:lnTo>
                  <a:lnTo>
                    <a:pt x="1732397" y="896136"/>
                  </a:lnTo>
                  <a:lnTo>
                    <a:pt x="1697760" y="930773"/>
                  </a:lnTo>
                  <a:lnTo>
                    <a:pt x="1653832" y="953487"/>
                  </a:lnTo>
                  <a:lnTo>
                    <a:pt x="1603248" y="961644"/>
                  </a:lnTo>
                  <a:lnTo>
                    <a:pt x="160019" y="961644"/>
                  </a:lnTo>
                  <a:lnTo>
                    <a:pt x="109435" y="953487"/>
                  </a:lnTo>
                  <a:lnTo>
                    <a:pt x="65507" y="930773"/>
                  </a:lnTo>
                  <a:lnTo>
                    <a:pt x="30870" y="896136"/>
                  </a:lnTo>
                  <a:lnTo>
                    <a:pt x="8156" y="852208"/>
                  </a:lnTo>
                  <a:lnTo>
                    <a:pt x="0" y="801623"/>
                  </a:lnTo>
                  <a:lnTo>
                    <a:pt x="0" y="160019"/>
                  </a:lnTo>
                  <a:close/>
                </a:path>
              </a:pathLst>
            </a:custGeom>
            <a:ln w="7620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730465" y="2209467"/>
            <a:ext cx="1112520" cy="748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0965" marR="5080" indent="-88900">
              <a:lnSpc>
                <a:spcPct val="101899"/>
              </a:lnSpc>
              <a:spcBef>
                <a:spcPts val="95"/>
              </a:spcBef>
            </a:pPr>
            <a:r>
              <a:rPr dirty="0" sz="1550" b="1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r>
              <a:rPr dirty="0" sz="155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155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libri"/>
                <a:cs typeface="Calibri"/>
              </a:rPr>
              <a:t>Predicts Landslide Probability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165854" y="2113025"/>
            <a:ext cx="2011680" cy="969644"/>
            <a:chOff x="4165854" y="2113025"/>
            <a:chExt cx="2011680" cy="969644"/>
          </a:xfrm>
        </p:grpSpPr>
        <p:sp>
          <p:nvSpPr>
            <p:cNvPr id="18" name="object 18"/>
            <p:cNvSpPr/>
            <p:nvPr/>
          </p:nvSpPr>
          <p:spPr>
            <a:xfrm>
              <a:off x="4168140" y="2465831"/>
              <a:ext cx="241300" cy="401320"/>
            </a:xfrm>
            <a:custGeom>
              <a:avLst/>
              <a:gdLst/>
              <a:ahLst/>
              <a:cxnLst/>
              <a:rect l="l" t="t" r="r" b="b"/>
              <a:pathLst>
                <a:path w="241300" h="401319">
                  <a:moveTo>
                    <a:pt x="120395" y="400811"/>
                  </a:moveTo>
                  <a:lnTo>
                    <a:pt x="0" y="400811"/>
                  </a:lnTo>
                  <a:lnTo>
                    <a:pt x="120395" y="199643"/>
                  </a:lnTo>
                  <a:lnTo>
                    <a:pt x="0" y="0"/>
                  </a:lnTo>
                  <a:lnTo>
                    <a:pt x="120395" y="0"/>
                  </a:lnTo>
                  <a:lnTo>
                    <a:pt x="240791" y="199643"/>
                  </a:lnTo>
                  <a:lnTo>
                    <a:pt x="120395" y="400811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169664" y="2465831"/>
              <a:ext cx="241300" cy="401320"/>
            </a:xfrm>
            <a:custGeom>
              <a:avLst/>
              <a:gdLst/>
              <a:ahLst/>
              <a:cxnLst/>
              <a:rect l="l" t="t" r="r" b="b"/>
              <a:pathLst>
                <a:path w="241300" h="401319">
                  <a:moveTo>
                    <a:pt x="0" y="0"/>
                  </a:moveTo>
                  <a:lnTo>
                    <a:pt x="120395" y="0"/>
                  </a:lnTo>
                  <a:lnTo>
                    <a:pt x="240791" y="201167"/>
                  </a:lnTo>
                  <a:lnTo>
                    <a:pt x="120395" y="400811"/>
                  </a:lnTo>
                  <a:lnTo>
                    <a:pt x="0" y="400811"/>
                  </a:lnTo>
                  <a:lnTo>
                    <a:pt x="120395" y="201167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408932" y="2115311"/>
              <a:ext cx="1765300" cy="963294"/>
            </a:xfrm>
            <a:custGeom>
              <a:avLst/>
              <a:gdLst/>
              <a:ahLst/>
              <a:cxnLst/>
              <a:rect l="l" t="t" r="r" b="b"/>
              <a:pathLst>
                <a:path w="1765300" h="963294">
                  <a:moveTo>
                    <a:pt x="1603248" y="963168"/>
                  </a:moveTo>
                  <a:lnTo>
                    <a:pt x="160019" y="963168"/>
                  </a:lnTo>
                  <a:lnTo>
                    <a:pt x="110166" y="954999"/>
                  </a:lnTo>
                  <a:lnTo>
                    <a:pt x="66604" y="932200"/>
                  </a:lnTo>
                  <a:lnTo>
                    <a:pt x="31967" y="897331"/>
                  </a:lnTo>
                  <a:lnTo>
                    <a:pt x="8887" y="852952"/>
                  </a:lnTo>
                  <a:lnTo>
                    <a:pt x="0" y="801623"/>
                  </a:lnTo>
                  <a:lnTo>
                    <a:pt x="0" y="161543"/>
                  </a:lnTo>
                  <a:lnTo>
                    <a:pt x="8887" y="110947"/>
                  </a:lnTo>
                  <a:lnTo>
                    <a:pt x="31967" y="66934"/>
                  </a:lnTo>
                  <a:lnTo>
                    <a:pt x="66604" y="32064"/>
                  </a:lnTo>
                  <a:lnTo>
                    <a:pt x="110166" y="8900"/>
                  </a:lnTo>
                  <a:lnTo>
                    <a:pt x="160019" y="0"/>
                  </a:lnTo>
                  <a:lnTo>
                    <a:pt x="1603248" y="0"/>
                  </a:lnTo>
                  <a:lnTo>
                    <a:pt x="1646435" y="6357"/>
                  </a:lnTo>
                  <a:lnTo>
                    <a:pt x="1685092" y="22916"/>
                  </a:lnTo>
                  <a:lnTo>
                    <a:pt x="1717738" y="48196"/>
                  </a:lnTo>
                  <a:lnTo>
                    <a:pt x="1742891" y="80715"/>
                  </a:lnTo>
                  <a:lnTo>
                    <a:pt x="1759069" y="118991"/>
                  </a:lnTo>
                  <a:lnTo>
                    <a:pt x="1764791" y="161543"/>
                  </a:lnTo>
                  <a:lnTo>
                    <a:pt x="1764791" y="801623"/>
                  </a:lnTo>
                  <a:lnTo>
                    <a:pt x="1759069" y="844811"/>
                  </a:lnTo>
                  <a:lnTo>
                    <a:pt x="1742891" y="883468"/>
                  </a:lnTo>
                  <a:lnTo>
                    <a:pt x="1717738" y="916114"/>
                  </a:lnTo>
                  <a:lnTo>
                    <a:pt x="1685092" y="941267"/>
                  </a:lnTo>
                  <a:lnTo>
                    <a:pt x="1646435" y="957445"/>
                  </a:lnTo>
                  <a:lnTo>
                    <a:pt x="1603248" y="963168"/>
                  </a:lnTo>
                  <a:close/>
                </a:path>
              </a:pathLst>
            </a:custGeom>
            <a:solidFill>
              <a:srgbClr val="E95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410456" y="2116835"/>
              <a:ext cx="1763395" cy="962025"/>
            </a:xfrm>
            <a:custGeom>
              <a:avLst/>
              <a:gdLst/>
              <a:ahLst/>
              <a:cxnLst/>
              <a:rect l="l" t="t" r="r" b="b"/>
              <a:pathLst>
                <a:path w="1763395" h="962025">
                  <a:moveTo>
                    <a:pt x="0" y="160019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19" y="0"/>
                  </a:lnTo>
                  <a:lnTo>
                    <a:pt x="1603248" y="0"/>
                  </a:lnTo>
                  <a:lnTo>
                    <a:pt x="1653832" y="8156"/>
                  </a:lnTo>
                  <a:lnTo>
                    <a:pt x="1697760" y="30870"/>
                  </a:lnTo>
                  <a:lnTo>
                    <a:pt x="1732397" y="65507"/>
                  </a:lnTo>
                  <a:lnTo>
                    <a:pt x="1755111" y="109435"/>
                  </a:lnTo>
                  <a:lnTo>
                    <a:pt x="1763267" y="160019"/>
                  </a:lnTo>
                  <a:lnTo>
                    <a:pt x="1763267" y="801623"/>
                  </a:lnTo>
                  <a:lnTo>
                    <a:pt x="1755111" y="852208"/>
                  </a:lnTo>
                  <a:lnTo>
                    <a:pt x="1732397" y="896136"/>
                  </a:lnTo>
                  <a:lnTo>
                    <a:pt x="1697760" y="930773"/>
                  </a:lnTo>
                  <a:lnTo>
                    <a:pt x="1653832" y="953487"/>
                  </a:lnTo>
                  <a:lnTo>
                    <a:pt x="1603248" y="961644"/>
                  </a:lnTo>
                  <a:lnTo>
                    <a:pt x="160019" y="961644"/>
                  </a:lnTo>
                  <a:lnTo>
                    <a:pt x="109435" y="953487"/>
                  </a:lnTo>
                  <a:lnTo>
                    <a:pt x="65507" y="930773"/>
                  </a:lnTo>
                  <a:lnTo>
                    <a:pt x="30870" y="896136"/>
                  </a:lnTo>
                  <a:lnTo>
                    <a:pt x="8156" y="852208"/>
                  </a:lnTo>
                  <a:lnTo>
                    <a:pt x="0" y="801623"/>
                  </a:lnTo>
                  <a:lnTo>
                    <a:pt x="0" y="160019"/>
                  </a:lnTo>
                  <a:close/>
                </a:path>
              </a:pathLst>
            </a:custGeom>
            <a:ln w="7620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557738" y="2329879"/>
            <a:ext cx="1466215" cy="507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21285">
              <a:lnSpc>
                <a:spcPct val="101899"/>
              </a:lnSpc>
              <a:spcBef>
                <a:spcPts val="95"/>
              </a:spcBef>
            </a:pPr>
            <a:r>
              <a:rPr dirty="0" sz="1550" b="1">
                <a:solidFill>
                  <a:srgbClr val="FFFFFF"/>
                </a:solidFill>
                <a:latin typeface="Calibri"/>
                <a:cs typeface="Calibri"/>
              </a:rPr>
              <a:t>3.</a:t>
            </a:r>
            <a:r>
              <a:rPr dirty="0" sz="15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libri"/>
                <a:cs typeface="Calibri"/>
              </a:rPr>
              <a:t>Verify</a:t>
            </a:r>
            <a:r>
              <a:rPr dirty="0" sz="1550" spc="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20" b="1">
                <a:solidFill>
                  <a:srgbClr val="FFFFFF"/>
                </a:solidFill>
                <a:latin typeface="Calibri"/>
                <a:cs typeface="Calibri"/>
              </a:rPr>
              <a:t>Using </a:t>
            </a:r>
            <a:r>
              <a:rPr dirty="0" sz="1550" b="1">
                <a:solidFill>
                  <a:srgbClr val="FFFFFF"/>
                </a:solidFill>
                <a:latin typeface="Calibri"/>
                <a:cs typeface="Calibri"/>
              </a:rPr>
              <a:t>Soil/Rain</a:t>
            </a:r>
            <a:r>
              <a:rPr dirty="0" sz="155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libri"/>
                <a:cs typeface="Calibri"/>
              </a:rPr>
              <a:t>Sensors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169913" y="2113025"/>
            <a:ext cx="2011680" cy="969644"/>
            <a:chOff x="6169913" y="2113025"/>
            <a:chExt cx="2011680" cy="969644"/>
          </a:xfrm>
        </p:grpSpPr>
        <p:sp>
          <p:nvSpPr>
            <p:cNvPr id="24" name="object 24"/>
            <p:cNvSpPr/>
            <p:nvPr/>
          </p:nvSpPr>
          <p:spPr>
            <a:xfrm>
              <a:off x="6173723" y="2395727"/>
              <a:ext cx="239395" cy="401320"/>
            </a:xfrm>
            <a:custGeom>
              <a:avLst/>
              <a:gdLst/>
              <a:ahLst/>
              <a:cxnLst/>
              <a:rect l="l" t="t" r="r" b="b"/>
              <a:pathLst>
                <a:path w="239395" h="401319">
                  <a:moveTo>
                    <a:pt x="118872" y="400812"/>
                  </a:moveTo>
                  <a:lnTo>
                    <a:pt x="0" y="400812"/>
                  </a:lnTo>
                  <a:lnTo>
                    <a:pt x="118872" y="201168"/>
                  </a:lnTo>
                  <a:lnTo>
                    <a:pt x="0" y="0"/>
                  </a:lnTo>
                  <a:lnTo>
                    <a:pt x="118872" y="0"/>
                  </a:lnTo>
                  <a:lnTo>
                    <a:pt x="239268" y="201168"/>
                  </a:lnTo>
                  <a:lnTo>
                    <a:pt x="118872" y="400812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173723" y="2397251"/>
              <a:ext cx="241300" cy="401320"/>
            </a:xfrm>
            <a:custGeom>
              <a:avLst/>
              <a:gdLst/>
              <a:ahLst/>
              <a:cxnLst/>
              <a:rect l="l" t="t" r="r" b="b"/>
              <a:pathLst>
                <a:path w="241300" h="401319">
                  <a:moveTo>
                    <a:pt x="0" y="0"/>
                  </a:moveTo>
                  <a:lnTo>
                    <a:pt x="120396" y="0"/>
                  </a:lnTo>
                  <a:lnTo>
                    <a:pt x="240792" y="199644"/>
                  </a:lnTo>
                  <a:lnTo>
                    <a:pt x="120396" y="400812"/>
                  </a:lnTo>
                  <a:lnTo>
                    <a:pt x="0" y="400812"/>
                  </a:lnTo>
                  <a:lnTo>
                    <a:pt x="120396" y="199644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412992" y="2115311"/>
              <a:ext cx="1765300" cy="963294"/>
            </a:xfrm>
            <a:custGeom>
              <a:avLst/>
              <a:gdLst/>
              <a:ahLst/>
              <a:cxnLst/>
              <a:rect l="l" t="t" r="r" b="b"/>
              <a:pathLst>
                <a:path w="1765300" h="963294">
                  <a:moveTo>
                    <a:pt x="1603248" y="963168"/>
                  </a:moveTo>
                  <a:lnTo>
                    <a:pt x="161543" y="963168"/>
                  </a:lnTo>
                  <a:lnTo>
                    <a:pt x="118991" y="957445"/>
                  </a:lnTo>
                  <a:lnTo>
                    <a:pt x="80715" y="941267"/>
                  </a:lnTo>
                  <a:lnTo>
                    <a:pt x="48196" y="916114"/>
                  </a:lnTo>
                  <a:lnTo>
                    <a:pt x="22916" y="883468"/>
                  </a:lnTo>
                  <a:lnTo>
                    <a:pt x="6357" y="844811"/>
                  </a:lnTo>
                  <a:lnTo>
                    <a:pt x="0" y="801623"/>
                  </a:lnTo>
                  <a:lnTo>
                    <a:pt x="0" y="161543"/>
                  </a:lnTo>
                  <a:lnTo>
                    <a:pt x="8900" y="110947"/>
                  </a:lnTo>
                  <a:lnTo>
                    <a:pt x="32064" y="66934"/>
                  </a:lnTo>
                  <a:lnTo>
                    <a:pt x="66934" y="32064"/>
                  </a:lnTo>
                  <a:lnTo>
                    <a:pt x="110947" y="8900"/>
                  </a:lnTo>
                  <a:lnTo>
                    <a:pt x="161543" y="0"/>
                  </a:lnTo>
                  <a:lnTo>
                    <a:pt x="1603248" y="0"/>
                  </a:lnTo>
                  <a:lnTo>
                    <a:pt x="1646435" y="6357"/>
                  </a:lnTo>
                  <a:lnTo>
                    <a:pt x="1685092" y="22916"/>
                  </a:lnTo>
                  <a:lnTo>
                    <a:pt x="1717738" y="48196"/>
                  </a:lnTo>
                  <a:lnTo>
                    <a:pt x="1742891" y="80715"/>
                  </a:lnTo>
                  <a:lnTo>
                    <a:pt x="1759069" y="118991"/>
                  </a:lnTo>
                  <a:lnTo>
                    <a:pt x="1764791" y="161543"/>
                  </a:lnTo>
                  <a:lnTo>
                    <a:pt x="1764791" y="801623"/>
                  </a:lnTo>
                  <a:lnTo>
                    <a:pt x="1759069" y="844811"/>
                  </a:lnTo>
                  <a:lnTo>
                    <a:pt x="1742891" y="883468"/>
                  </a:lnTo>
                  <a:lnTo>
                    <a:pt x="1717738" y="916114"/>
                  </a:lnTo>
                  <a:lnTo>
                    <a:pt x="1685092" y="941267"/>
                  </a:lnTo>
                  <a:lnTo>
                    <a:pt x="1646435" y="957445"/>
                  </a:lnTo>
                  <a:lnTo>
                    <a:pt x="1603248" y="963168"/>
                  </a:lnTo>
                  <a:close/>
                </a:path>
              </a:pathLst>
            </a:custGeom>
            <a:solidFill>
              <a:srgbClr val="DB26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414515" y="2116835"/>
              <a:ext cx="1763395" cy="962025"/>
            </a:xfrm>
            <a:custGeom>
              <a:avLst/>
              <a:gdLst/>
              <a:ahLst/>
              <a:cxnLst/>
              <a:rect l="l" t="t" r="r" b="b"/>
              <a:pathLst>
                <a:path w="1763395" h="962025">
                  <a:moveTo>
                    <a:pt x="0" y="160019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19" y="0"/>
                  </a:lnTo>
                  <a:lnTo>
                    <a:pt x="1603248" y="0"/>
                  </a:lnTo>
                  <a:lnTo>
                    <a:pt x="1653832" y="8156"/>
                  </a:lnTo>
                  <a:lnTo>
                    <a:pt x="1697760" y="30870"/>
                  </a:lnTo>
                  <a:lnTo>
                    <a:pt x="1732397" y="65507"/>
                  </a:lnTo>
                  <a:lnTo>
                    <a:pt x="1755111" y="109435"/>
                  </a:lnTo>
                  <a:lnTo>
                    <a:pt x="1763267" y="160019"/>
                  </a:lnTo>
                  <a:lnTo>
                    <a:pt x="1763267" y="801623"/>
                  </a:lnTo>
                  <a:lnTo>
                    <a:pt x="1755111" y="852208"/>
                  </a:lnTo>
                  <a:lnTo>
                    <a:pt x="1732397" y="896136"/>
                  </a:lnTo>
                  <a:lnTo>
                    <a:pt x="1697760" y="930773"/>
                  </a:lnTo>
                  <a:lnTo>
                    <a:pt x="1653832" y="953487"/>
                  </a:lnTo>
                  <a:lnTo>
                    <a:pt x="1603248" y="961644"/>
                  </a:lnTo>
                  <a:lnTo>
                    <a:pt x="160019" y="961644"/>
                  </a:lnTo>
                  <a:lnTo>
                    <a:pt x="109435" y="953487"/>
                  </a:lnTo>
                  <a:lnTo>
                    <a:pt x="65507" y="930773"/>
                  </a:lnTo>
                  <a:lnTo>
                    <a:pt x="30870" y="896136"/>
                  </a:lnTo>
                  <a:lnTo>
                    <a:pt x="8156" y="852208"/>
                  </a:lnTo>
                  <a:lnTo>
                    <a:pt x="0" y="801623"/>
                  </a:lnTo>
                  <a:lnTo>
                    <a:pt x="0" y="160019"/>
                  </a:lnTo>
                  <a:close/>
                </a:path>
              </a:pathLst>
            </a:custGeom>
            <a:ln w="7620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6532777" y="2209467"/>
            <a:ext cx="1526540" cy="748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63855">
              <a:lnSpc>
                <a:spcPct val="101899"/>
              </a:lnSpc>
              <a:spcBef>
                <a:spcPts val="95"/>
              </a:spcBef>
            </a:pPr>
            <a:r>
              <a:rPr dirty="0" sz="1550" b="1">
                <a:solidFill>
                  <a:srgbClr val="FFFFFF"/>
                </a:solidFill>
                <a:latin typeface="Calibri"/>
                <a:cs typeface="Calibri"/>
              </a:rPr>
              <a:t>4.</a:t>
            </a:r>
            <a:r>
              <a:rPr dirty="0" sz="155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libri"/>
                <a:cs typeface="Calibri"/>
              </a:rPr>
              <a:t>Trigger </a:t>
            </a:r>
            <a:r>
              <a:rPr dirty="0" sz="1550" b="1">
                <a:solidFill>
                  <a:srgbClr val="FFFFFF"/>
                </a:solidFill>
                <a:latin typeface="Calibri"/>
                <a:cs typeface="Calibri"/>
              </a:rPr>
              <a:t>GeoShield</a:t>
            </a:r>
            <a:r>
              <a:rPr dirty="0" sz="1550" spc="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libri"/>
                <a:cs typeface="Calibri"/>
              </a:rPr>
              <a:t>Beacon</a:t>
            </a:r>
            <a:endParaRPr sz="1550">
              <a:latin typeface="Calibri"/>
              <a:cs typeface="Calibri"/>
            </a:endParaRPr>
          </a:p>
          <a:p>
            <a:pPr marL="216535">
              <a:lnSpc>
                <a:spcPct val="100000"/>
              </a:lnSpc>
              <a:spcBef>
                <a:spcPts val="35"/>
              </a:spcBef>
            </a:pPr>
            <a:r>
              <a:rPr dirty="0" sz="155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550" spc="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173973" y="2113025"/>
            <a:ext cx="2011680" cy="969644"/>
            <a:chOff x="8173973" y="2113025"/>
            <a:chExt cx="2011680" cy="969644"/>
          </a:xfrm>
        </p:grpSpPr>
        <p:sp>
          <p:nvSpPr>
            <p:cNvPr id="30" name="object 30"/>
            <p:cNvSpPr/>
            <p:nvPr/>
          </p:nvSpPr>
          <p:spPr>
            <a:xfrm>
              <a:off x="8177783" y="2395727"/>
              <a:ext cx="241300" cy="401320"/>
            </a:xfrm>
            <a:custGeom>
              <a:avLst/>
              <a:gdLst/>
              <a:ahLst/>
              <a:cxnLst/>
              <a:rect l="l" t="t" r="r" b="b"/>
              <a:pathLst>
                <a:path w="241300" h="401319">
                  <a:moveTo>
                    <a:pt x="120396" y="400812"/>
                  </a:moveTo>
                  <a:lnTo>
                    <a:pt x="0" y="400812"/>
                  </a:lnTo>
                  <a:lnTo>
                    <a:pt x="120396" y="201168"/>
                  </a:lnTo>
                  <a:lnTo>
                    <a:pt x="0" y="0"/>
                  </a:lnTo>
                  <a:lnTo>
                    <a:pt x="120396" y="0"/>
                  </a:lnTo>
                  <a:lnTo>
                    <a:pt x="240792" y="201168"/>
                  </a:lnTo>
                  <a:lnTo>
                    <a:pt x="120396" y="400812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177783" y="2397251"/>
              <a:ext cx="241300" cy="401320"/>
            </a:xfrm>
            <a:custGeom>
              <a:avLst/>
              <a:gdLst/>
              <a:ahLst/>
              <a:cxnLst/>
              <a:rect l="l" t="t" r="r" b="b"/>
              <a:pathLst>
                <a:path w="241300" h="401319">
                  <a:moveTo>
                    <a:pt x="0" y="0"/>
                  </a:moveTo>
                  <a:lnTo>
                    <a:pt x="120396" y="0"/>
                  </a:lnTo>
                  <a:lnTo>
                    <a:pt x="240792" y="199644"/>
                  </a:lnTo>
                  <a:lnTo>
                    <a:pt x="120396" y="400812"/>
                  </a:lnTo>
                  <a:lnTo>
                    <a:pt x="0" y="400812"/>
                  </a:lnTo>
                  <a:lnTo>
                    <a:pt x="120396" y="199644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418576" y="2115311"/>
              <a:ext cx="1763395" cy="963294"/>
            </a:xfrm>
            <a:custGeom>
              <a:avLst/>
              <a:gdLst/>
              <a:ahLst/>
              <a:cxnLst/>
              <a:rect l="l" t="t" r="r" b="b"/>
              <a:pathLst>
                <a:path w="1763395" h="963294">
                  <a:moveTo>
                    <a:pt x="1603248" y="963168"/>
                  </a:moveTo>
                  <a:lnTo>
                    <a:pt x="160019" y="963168"/>
                  </a:lnTo>
                  <a:lnTo>
                    <a:pt x="117474" y="957445"/>
                  </a:lnTo>
                  <a:lnTo>
                    <a:pt x="79247" y="941267"/>
                  </a:lnTo>
                  <a:lnTo>
                    <a:pt x="46862" y="916114"/>
                  </a:lnTo>
                  <a:lnTo>
                    <a:pt x="21843" y="883468"/>
                  </a:lnTo>
                  <a:lnTo>
                    <a:pt x="5714" y="844811"/>
                  </a:lnTo>
                  <a:lnTo>
                    <a:pt x="0" y="801623"/>
                  </a:lnTo>
                  <a:lnTo>
                    <a:pt x="0" y="161543"/>
                  </a:lnTo>
                  <a:lnTo>
                    <a:pt x="8156" y="110947"/>
                  </a:lnTo>
                  <a:lnTo>
                    <a:pt x="30870" y="66934"/>
                  </a:lnTo>
                  <a:lnTo>
                    <a:pt x="65507" y="32064"/>
                  </a:lnTo>
                  <a:lnTo>
                    <a:pt x="109435" y="8900"/>
                  </a:lnTo>
                  <a:lnTo>
                    <a:pt x="160019" y="0"/>
                  </a:lnTo>
                  <a:lnTo>
                    <a:pt x="1603248" y="0"/>
                  </a:lnTo>
                  <a:lnTo>
                    <a:pt x="1653832" y="8900"/>
                  </a:lnTo>
                  <a:lnTo>
                    <a:pt x="1697760" y="32064"/>
                  </a:lnTo>
                  <a:lnTo>
                    <a:pt x="1732397" y="66934"/>
                  </a:lnTo>
                  <a:lnTo>
                    <a:pt x="1755111" y="110947"/>
                  </a:lnTo>
                  <a:lnTo>
                    <a:pt x="1763267" y="161543"/>
                  </a:lnTo>
                  <a:lnTo>
                    <a:pt x="1763267" y="801623"/>
                  </a:lnTo>
                  <a:lnTo>
                    <a:pt x="1757552" y="844811"/>
                  </a:lnTo>
                  <a:lnTo>
                    <a:pt x="1741423" y="883468"/>
                  </a:lnTo>
                  <a:lnTo>
                    <a:pt x="1716405" y="916114"/>
                  </a:lnTo>
                  <a:lnTo>
                    <a:pt x="1684020" y="941267"/>
                  </a:lnTo>
                  <a:lnTo>
                    <a:pt x="1645793" y="957445"/>
                  </a:lnTo>
                  <a:lnTo>
                    <a:pt x="1603248" y="963168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418576" y="2116835"/>
              <a:ext cx="1763395" cy="962025"/>
            </a:xfrm>
            <a:custGeom>
              <a:avLst/>
              <a:gdLst/>
              <a:ahLst/>
              <a:cxnLst/>
              <a:rect l="l" t="t" r="r" b="b"/>
              <a:pathLst>
                <a:path w="1763395" h="962025">
                  <a:moveTo>
                    <a:pt x="0" y="160019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19" y="0"/>
                  </a:lnTo>
                  <a:lnTo>
                    <a:pt x="1603248" y="0"/>
                  </a:lnTo>
                  <a:lnTo>
                    <a:pt x="1653832" y="8156"/>
                  </a:lnTo>
                  <a:lnTo>
                    <a:pt x="1697760" y="30870"/>
                  </a:lnTo>
                  <a:lnTo>
                    <a:pt x="1732397" y="65507"/>
                  </a:lnTo>
                  <a:lnTo>
                    <a:pt x="1755111" y="109435"/>
                  </a:lnTo>
                  <a:lnTo>
                    <a:pt x="1763267" y="160019"/>
                  </a:lnTo>
                  <a:lnTo>
                    <a:pt x="1763267" y="801623"/>
                  </a:lnTo>
                  <a:lnTo>
                    <a:pt x="1755111" y="852208"/>
                  </a:lnTo>
                  <a:lnTo>
                    <a:pt x="1732397" y="896136"/>
                  </a:lnTo>
                  <a:lnTo>
                    <a:pt x="1697760" y="930773"/>
                  </a:lnTo>
                  <a:lnTo>
                    <a:pt x="1653832" y="953487"/>
                  </a:lnTo>
                  <a:lnTo>
                    <a:pt x="1603248" y="961644"/>
                  </a:lnTo>
                  <a:lnTo>
                    <a:pt x="160019" y="961644"/>
                  </a:lnTo>
                  <a:lnTo>
                    <a:pt x="109435" y="953487"/>
                  </a:lnTo>
                  <a:lnTo>
                    <a:pt x="65507" y="930773"/>
                  </a:lnTo>
                  <a:lnTo>
                    <a:pt x="30870" y="896136"/>
                  </a:lnTo>
                  <a:lnTo>
                    <a:pt x="8156" y="852208"/>
                  </a:lnTo>
                  <a:lnTo>
                    <a:pt x="0" y="801623"/>
                  </a:lnTo>
                  <a:lnTo>
                    <a:pt x="0" y="160019"/>
                  </a:lnTo>
                  <a:close/>
                </a:path>
              </a:pathLst>
            </a:custGeom>
            <a:ln w="7620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8535343" y="2209467"/>
            <a:ext cx="1530350" cy="7486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b="1">
                <a:solidFill>
                  <a:srgbClr val="FFFFFF"/>
                </a:solidFill>
                <a:latin typeface="Calibri"/>
                <a:cs typeface="Calibri"/>
              </a:rPr>
              <a:t>5.</a:t>
            </a:r>
            <a:r>
              <a:rPr dirty="0" sz="155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libri"/>
                <a:cs typeface="Calibri"/>
              </a:rPr>
              <a:t>Safe </a:t>
            </a:r>
            <a:r>
              <a:rPr dirty="0" sz="1550" spc="-10" b="1">
                <a:solidFill>
                  <a:srgbClr val="FFFFFF"/>
                </a:solidFill>
                <a:latin typeface="Calibri"/>
                <a:cs typeface="Calibri"/>
              </a:rPr>
              <a:t>Evacuation</a:t>
            </a:r>
            <a:endParaRPr sz="1550">
              <a:latin typeface="Calibri"/>
              <a:cs typeface="Calibri"/>
            </a:endParaRPr>
          </a:p>
          <a:p>
            <a:pPr marL="286385" marR="279400" indent="149225">
              <a:lnSpc>
                <a:spcPct val="101899"/>
              </a:lnSpc>
            </a:pPr>
            <a:r>
              <a:rPr dirty="0" sz="1550" b="1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550" spc="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libri"/>
                <a:cs typeface="Calibri"/>
              </a:rPr>
              <a:t>Drone Verification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/>
              <a:t>@SIH</a:t>
            </a:r>
            <a:r>
              <a:rPr dirty="0" spc="235"/>
              <a:t> </a:t>
            </a:r>
            <a:r>
              <a:rPr dirty="0"/>
              <a:t>Idea</a:t>
            </a:r>
            <a:r>
              <a:rPr dirty="0" spc="235"/>
              <a:t> </a:t>
            </a:r>
            <a:r>
              <a:rPr dirty="0" spc="55"/>
              <a:t>submission-</a:t>
            </a:r>
            <a:r>
              <a:rPr dirty="0" spc="229"/>
              <a:t> </a:t>
            </a:r>
            <a:r>
              <a:rPr dirty="0" spc="65"/>
              <a:t>Template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80"/>
              </a:lnSpc>
            </a:pPr>
            <a:fld id="{81D60167-4931-47E6-BA6A-407CBD079E47}" type="slidenum">
              <a:rPr dirty="0" spc="150"/>
              <a:t>2</a:t>
            </a:fld>
          </a:p>
        </p:txBody>
      </p:sp>
      <p:sp>
        <p:nvSpPr>
          <p:cNvPr id="35" name="object 3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935"/>
              </a:lnSpc>
              <a:spcBef>
                <a:spcPts val="110"/>
              </a:spcBef>
            </a:pPr>
            <a:r>
              <a:rPr dirty="0" spc="-10"/>
              <a:t>Technology</a:t>
            </a:r>
            <a:r>
              <a:rPr dirty="0" spc="-140"/>
              <a:t> </a:t>
            </a:r>
            <a:r>
              <a:rPr dirty="0" spc="-20"/>
              <a:t>Stack</a:t>
            </a:r>
          </a:p>
          <a:p>
            <a:pPr marL="236854" indent="-224154">
              <a:lnSpc>
                <a:spcPts val="2935"/>
              </a:lnSpc>
              <a:buFont typeface="Calibri"/>
              <a:buChar char="•"/>
              <a:tabLst>
                <a:tab pos="236854" algn="l"/>
              </a:tabLst>
            </a:pP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AI/ML:</a:t>
            </a:r>
            <a:r>
              <a:rPr dirty="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LSTM,</a:t>
            </a:r>
            <a:r>
              <a:rPr dirty="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XGBoost,</a:t>
            </a:r>
            <a:r>
              <a:rPr dirty="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Random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Forest,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YOLOv11</a:t>
            </a:r>
          </a:p>
          <a:p>
            <a:pPr marL="205104" indent="-192405">
              <a:lnSpc>
                <a:spcPct val="100000"/>
              </a:lnSpc>
              <a:spcBef>
                <a:spcPts val="20"/>
              </a:spcBef>
              <a:buChar char="•"/>
              <a:tabLst>
                <a:tab pos="205104" algn="l"/>
              </a:tabLst>
            </a:pP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GIS:</a:t>
            </a:r>
            <a:r>
              <a:rPr dirty="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Google</a:t>
            </a:r>
            <a:r>
              <a:rPr dirty="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Earth</a:t>
            </a:r>
            <a:r>
              <a:rPr dirty="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Engine,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ISRO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Bhuvan,</a:t>
            </a:r>
            <a:r>
              <a:rPr dirty="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Mapbox</a:t>
            </a:r>
          </a:p>
          <a:p>
            <a:pPr marL="205104" indent="-192405">
              <a:lnSpc>
                <a:spcPct val="100000"/>
              </a:lnSpc>
              <a:buChar char="•"/>
              <a:tabLst>
                <a:tab pos="205104" algn="l"/>
              </a:tabLst>
            </a:pP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Backend:</a:t>
            </a:r>
            <a:r>
              <a:rPr dirty="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FastAPI,</a:t>
            </a:r>
            <a:r>
              <a:rPr dirty="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Supabase,</a:t>
            </a:r>
            <a:r>
              <a:rPr dirty="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Flutter</a:t>
            </a:r>
          </a:p>
          <a:p>
            <a:pPr marL="187325" marR="5080" indent="-175260">
              <a:lnSpc>
                <a:spcPct val="100000"/>
              </a:lnSpc>
              <a:spcBef>
                <a:spcPts val="15"/>
              </a:spcBef>
              <a:buChar char="•"/>
              <a:tabLst>
                <a:tab pos="187325" algn="l"/>
                <a:tab pos="204470" algn="l"/>
              </a:tabLst>
            </a:pP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	Hardware:</a:t>
            </a:r>
            <a:r>
              <a:rPr dirty="0" spc="-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ESP32,</a:t>
            </a:r>
            <a:r>
              <a:rPr dirty="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LoRa,</a:t>
            </a:r>
            <a:r>
              <a:rPr dirty="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Solar</a:t>
            </a:r>
            <a:r>
              <a:rPr dirty="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Panel,</a:t>
            </a:r>
            <a:r>
              <a:rPr dirty="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Rain</a:t>
            </a:r>
            <a:r>
              <a:rPr dirty="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Gauge,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Soil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Moisture</a:t>
            </a:r>
            <a:r>
              <a:rPr dirty="0" spc="-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Sensor.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407" rIns="0" bIns="0" rtlCol="0" vert="horz">
            <a:spAutoFit/>
          </a:bodyPr>
          <a:lstStyle/>
          <a:p>
            <a:pPr marL="118427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FEASIBILITY</a:t>
            </a:r>
            <a:r>
              <a:rPr dirty="0" spc="-285"/>
              <a:t> </a:t>
            </a:r>
            <a:r>
              <a:rPr dirty="0"/>
              <a:t>AND</a:t>
            </a:r>
            <a:r>
              <a:rPr dirty="0" spc="-10"/>
              <a:t> VIABILITY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3175" y="962859"/>
            <a:ext cx="509270" cy="748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59055">
              <a:lnSpc>
                <a:spcPct val="101899"/>
              </a:lnSpc>
              <a:spcBef>
                <a:spcPts val="95"/>
              </a:spcBef>
            </a:pPr>
            <a:r>
              <a:rPr dirty="0" sz="1550" spc="-20">
                <a:latin typeface="Calibri"/>
                <a:cs typeface="Calibri"/>
              </a:rPr>
              <a:t>Your Team Name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53617" y="794004"/>
            <a:ext cx="9774555" cy="5558790"/>
            <a:chOff x="753617" y="794004"/>
            <a:chExt cx="9774555" cy="55587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99932" y="794004"/>
              <a:ext cx="1927859" cy="8945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5903" y="1677923"/>
              <a:ext cx="4037329" cy="4669790"/>
            </a:xfrm>
            <a:custGeom>
              <a:avLst/>
              <a:gdLst/>
              <a:ahLst/>
              <a:cxnLst/>
              <a:rect l="l" t="t" r="r" b="b"/>
              <a:pathLst>
                <a:path w="4037329" h="4669790">
                  <a:moveTo>
                    <a:pt x="3363467" y="4669535"/>
                  </a:moveTo>
                  <a:lnTo>
                    <a:pt x="673608" y="4669535"/>
                  </a:lnTo>
                  <a:lnTo>
                    <a:pt x="625529" y="4668033"/>
                  </a:lnTo>
                  <a:lnTo>
                    <a:pt x="578376" y="4663207"/>
                  </a:lnTo>
                  <a:lnTo>
                    <a:pt x="532258" y="4655170"/>
                  </a:lnTo>
                  <a:lnTo>
                    <a:pt x="487289" y="4644039"/>
                  </a:lnTo>
                  <a:lnTo>
                    <a:pt x="443581" y="4629927"/>
                  </a:lnTo>
                  <a:lnTo>
                    <a:pt x="401245" y="4612951"/>
                  </a:lnTo>
                  <a:lnTo>
                    <a:pt x="360392" y="4593225"/>
                  </a:lnTo>
                  <a:lnTo>
                    <a:pt x="321137" y="4570864"/>
                  </a:lnTo>
                  <a:lnTo>
                    <a:pt x="283589" y="4545983"/>
                  </a:lnTo>
                  <a:lnTo>
                    <a:pt x="247862" y="4518697"/>
                  </a:lnTo>
                  <a:lnTo>
                    <a:pt x="214067" y="4489122"/>
                  </a:lnTo>
                  <a:lnTo>
                    <a:pt x="182316" y="4457371"/>
                  </a:lnTo>
                  <a:lnTo>
                    <a:pt x="152721" y="4423560"/>
                  </a:lnTo>
                  <a:lnTo>
                    <a:pt x="125395" y="4387805"/>
                  </a:lnTo>
                  <a:lnTo>
                    <a:pt x="100448" y="4350219"/>
                  </a:lnTo>
                  <a:lnTo>
                    <a:pt x="77994" y="4310918"/>
                  </a:lnTo>
                  <a:lnTo>
                    <a:pt x="58144" y="4270017"/>
                  </a:lnTo>
                  <a:lnTo>
                    <a:pt x="41010" y="4227632"/>
                  </a:lnTo>
                  <a:lnTo>
                    <a:pt x="26704" y="4183876"/>
                  </a:lnTo>
                  <a:lnTo>
                    <a:pt x="15338" y="4138865"/>
                  </a:lnTo>
                  <a:lnTo>
                    <a:pt x="7024" y="4092714"/>
                  </a:lnTo>
                  <a:lnTo>
                    <a:pt x="1874" y="4045538"/>
                  </a:lnTo>
                  <a:lnTo>
                    <a:pt x="0" y="3997451"/>
                  </a:lnTo>
                  <a:lnTo>
                    <a:pt x="0" y="672083"/>
                  </a:lnTo>
                  <a:lnTo>
                    <a:pt x="1874" y="624187"/>
                  </a:lnTo>
                  <a:lnTo>
                    <a:pt x="7024" y="577184"/>
                  </a:lnTo>
                  <a:lnTo>
                    <a:pt x="15338" y="531189"/>
                  </a:lnTo>
                  <a:lnTo>
                    <a:pt x="26704" y="486316"/>
                  </a:lnTo>
                  <a:lnTo>
                    <a:pt x="41010" y="442681"/>
                  </a:lnTo>
                  <a:lnTo>
                    <a:pt x="58144" y="400399"/>
                  </a:lnTo>
                  <a:lnTo>
                    <a:pt x="77994" y="359585"/>
                  </a:lnTo>
                  <a:lnTo>
                    <a:pt x="100448" y="320353"/>
                  </a:lnTo>
                  <a:lnTo>
                    <a:pt x="125395" y="282819"/>
                  </a:lnTo>
                  <a:lnTo>
                    <a:pt x="152721" y="247098"/>
                  </a:lnTo>
                  <a:lnTo>
                    <a:pt x="182316" y="213305"/>
                  </a:lnTo>
                  <a:lnTo>
                    <a:pt x="214067" y="181554"/>
                  </a:lnTo>
                  <a:lnTo>
                    <a:pt x="247862" y="151961"/>
                  </a:lnTo>
                  <a:lnTo>
                    <a:pt x="283589" y="124641"/>
                  </a:lnTo>
                  <a:lnTo>
                    <a:pt x="321137" y="99708"/>
                  </a:lnTo>
                  <a:lnTo>
                    <a:pt x="360392" y="77278"/>
                  </a:lnTo>
                  <a:lnTo>
                    <a:pt x="401245" y="57465"/>
                  </a:lnTo>
                  <a:lnTo>
                    <a:pt x="443581" y="40385"/>
                  </a:lnTo>
                  <a:lnTo>
                    <a:pt x="487289" y="26153"/>
                  </a:lnTo>
                  <a:lnTo>
                    <a:pt x="532258" y="14883"/>
                  </a:lnTo>
                  <a:lnTo>
                    <a:pt x="578376" y="6691"/>
                  </a:lnTo>
                  <a:lnTo>
                    <a:pt x="625529" y="1692"/>
                  </a:lnTo>
                  <a:lnTo>
                    <a:pt x="673608" y="0"/>
                  </a:lnTo>
                  <a:lnTo>
                    <a:pt x="3363467" y="0"/>
                  </a:lnTo>
                  <a:lnTo>
                    <a:pt x="3411736" y="1692"/>
                  </a:lnTo>
                  <a:lnTo>
                    <a:pt x="3459062" y="6691"/>
                  </a:lnTo>
                  <a:lnTo>
                    <a:pt x="3505335" y="14883"/>
                  </a:lnTo>
                  <a:lnTo>
                    <a:pt x="3550442" y="26153"/>
                  </a:lnTo>
                  <a:lnTo>
                    <a:pt x="3594272" y="40385"/>
                  </a:lnTo>
                  <a:lnTo>
                    <a:pt x="3636712" y="57465"/>
                  </a:lnTo>
                  <a:lnTo>
                    <a:pt x="3677650" y="77278"/>
                  </a:lnTo>
                  <a:lnTo>
                    <a:pt x="3716975" y="99708"/>
                  </a:lnTo>
                  <a:lnTo>
                    <a:pt x="3754575" y="124641"/>
                  </a:lnTo>
                  <a:lnTo>
                    <a:pt x="3790337" y="151961"/>
                  </a:lnTo>
                  <a:lnTo>
                    <a:pt x="3824149" y="181554"/>
                  </a:lnTo>
                  <a:lnTo>
                    <a:pt x="3855900" y="213305"/>
                  </a:lnTo>
                  <a:lnTo>
                    <a:pt x="3885477" y="247098"/>
                  </a:lnTo>
                  <a:lnTo>
                    <a:pt x="3912769" y="282819"/>
                  </a:lnTo>
                  <a:lnTo>
                    <a:pt x="3937664" y="320353"/>
                  </a:lnTo>
                  <a:lnTo>
                    <a:pt x="3960049" y="359585"/>
                  </a:lnTo>
                  <a:lnTo>
                    <a:pt x="3979813" y="400399"/>
                  </a:lnTo>
                  <a:lnTo>
                    <a:pt x="3996843" y="442681"/>
                  </a:lnTo>
                  <a:lnTo>
                    <a:pt x="4011028" y="486316"/>
                  </a:lnTo>
                  <a:lnTo>
                    <a:pt x="4022256" y="531189"/>
                  </a:lnTo>
                  <a:lnTo>
                    <a:pt x="4030414" y="577184"/>
                  </a:lnTo>
                  <a:lnTo>
                    <a:pt x="4035392" y="624187"/>
                  </a:lnTo>
                  <a:lnTo>
                    <a:pt x="4037075" y="672083"/>
                  </a:lnTo>
                  <a:lnTo>
                    <a:pt x="4037075" y="3997451"/>
                  </a:lnTo>
                  <a:lnTo>
                    <a:pt x="4035392" y="4045538"/>
                  </a:lnTo>
                  <a:lnTo>
                    <a:pt x="4030414" y="4092714"/>
                  </a:lnTo>
                  <a:lnTo>
                    <a:pt x="4022256" y="4138865"/>
                  </a:lnTo>
                  <a:lnTo>
                    <a:pt x="4011028" y="4183876"/>
                  </a:lnTo>
                  <a:lnTo>
                    <a:pt x="3996843" y="4227632"/>
                  </a:lnTo>
                  <a:lnTo>
                    <a:pt x="3979813" y="4270017"/>
                  </a:lnTo>
                  <a:lnTo>
                    <a:pt x="3960049" y="4310918"/>
                  </a:lnTo>
                  <a:lnTo>
                    <a:pt x="3937664" y="4350219"/>
                  </a:lnTo>
                  <a:lnTo>
                    <a:pt x="3912769" y="4387805"/>
                  </a:lnTo>
                  <a:lnTo>
                    <a:pt x="3885477" y="4423560"/>
                  </a:lnTo>
                  <a:lnTo>
                    <a:pt x="3855900" y="4457371"/>
                  </a:lnTo>
                  <a:lnTo>
                    <a:pt x="3824149" y="4489122"/>
                  </a:lnTo>
                  <a:lnTo>
                    <a:pt x="3790337" y="4518697"/>
                  </a:lnTo>
                  <a:lnTo>
                    <a:pt x="3754575" y="4545983"/>
                  </a:lnTo>
                  <a:lnTo>
                    <a:pt x="3716975" y="4570864"/>
                  </a:lnTo>
                  <a:lnTo>
                    <a:pt x="3677650" y="4593225"/>
                  </a:lnTo>
                  <a:lnTo>
                    <a:pt x="3636712" y="4612951"/>
                  </a:lnTo>
                  <a:lnTo>
                    <a:pt x="3594272" y="4629927"/>
                  </a:lnTo>
                  <a:lnTo>
                    <a:pt x="3550442" y="4644039"/>
                  </a:lnTo>
                  <a:lnTo>
                    <a:pt x="3505335" y="4655170"/>
                  </a:lnTo>
                  <a:lnTo>
                    <a:pt x="3459062" y="4663207"/>
                  </a:lnTo>
                  <a:lnTo>
                    <a:pt x="3411736" y="4668033"/>
                  </a:lnTo>
                  <a:lnTo>
                    <a:pt x="3363467" y="4669535"/>
                  </a:lnTo>
                  <a:close/>
                </a:path>
              </a:pathLst>
            </a:custGeom>
            <a:solidFill>
              <a:srgbClr val="166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57427" y="1677923"/>
              <a:ext cx="4036060" cy="4671060"/>
            </a:xfrm>
            <a:custGeom>
              <a:avLst/>
              <a:gdLst/>
              <a:ahLst/>
              <a:cxnLst/>
              <a:rect l="l" t="t" r="r" b="b"/>
              <a:pathLst>
                <a:path w="4036060" h="4671060">
                  <a:moveTo>
                    <a:pt x="0" y="673608"/>
                  </a:moveTo>
                  <a:lnTo>
                    <a:pt x="1683" y="625521"/>
                  </a:lnTo>
                  <a:lnTo>
                    <a:pt x="6660" y="578344"/>
                  </a:lnTo>
                  <a:lnTo>
                    <a:pt x="14816" y="532191"/>
                  </a:lnTo>
                  <a:lnTo>
                    <a:pt x="26039" y="487175"/>
                  </a:lnTo>
                  <a:lnTo>
                    <a:pt x="40216" y="443412"/>
                  </a:lnTo>
                  <a:lnTo>
                    <a:pt x="57235" y="401015"/>
                  </a:lnTo>
                  <a:lnTo>
                    <a:pt x="76983" y="360098"/>
                  </a:lnTo>
                  <a:lnTo>
                    <a:pt x="99347" y="320776"/>
                  </a:lnTo>
                  <a:lnTo>
                    <a:pt x="124215" y="283163"/>
                  </a:lnTo>
                  <a:lnTo>
                    <a:pt x="151473" y="247373"/>
                  </a:lnTo>
                  <a:lnTo>
                    <a:pt x="181009" y="213521"/>
                  </a:lnTo>
                  <a:lnTo>
                    <a:pt x="212710" y="181721"/>
                  </a:lnTo>
                  <a:lnTo>
                    <a:pt x="246463" y="152086"/>
                  </a:lnTo>
                  <a:lnTo>
                    <a:pt x="282157" y="124732"/>
                  </a:lnTo>
                  <a:lnTo>
                    <a:pt x="319677" y="99772"/>
                  </a:lnTo>
                  <a:lnTo>
                    <a:pt x="358911" y="77321"/>
                  </a:lnTo>
                  <a:lnTo>
                    <a:pt x="399748" y="57492"/>
                  </a:lnTo>
                  <a:lnTo>
                    <a:pt x="442072" y="40401"/>
                  </a:lnTo>
                  <a:lnTo>
                    <a:pt x="485773" y="26161"/>
                  </a:lnTo>
                  <a:lnTo>
                    <a:pt x="530738" y="14887"/>
                  </a:lnTo>
                  <a:lnTo>
                    <a:pt x="576853" y="6692"/>
                  </a:lnTo>
                  <a:lnTo>
                    <a:pt x="624006" y="1692"/>
                  </a:lnTo>
                  <a:lnTo>
                    <a:pt x="672083" y="0"/>
                  </a:lnTo>
                  <a:lnTo>
                    <a:pt x="3363467" y="0"/>
                  </a:lnTo>
                  <a:lnTo>
                    <a:pt x="3411545" y="1692"/>
                  </a:lnTo>
                  <a:lnTo>
                    <a:pt x="3458698" y="6692"/>
                  </a:lnTo>
                  <a:lnTo>
                    <a:pt x="3504813" y="14887"/>
                  </a:lnTo>
                  <a:lnTo>
                    <a:pt x="3549778" y="26161"/>
                  </a:lnTo>
                  <a:lnTo>
                    <a:pt x="3593479" y="40401"/>
                  </a:lnTo>
                  <a:lnTo>
                    <a:pt x="3635803" y="57492"/>
                  </a:lnTo>
                  <a:lnTo>
                    <a:pt x="3676640" y="77321"/>
                  </a:lnTo>
                  <a:lnTo>
                    <a:pt x="3715874" y="99772"/>
                  </a:lnTo>
                  <a:lnTo>
                    <a:pt x="3753394" y="124732"/>
                  </a:lnTo>
                  <a:lnTo>
                    <a:pt x="3789088" y="152086"/>
                  </a:lnTo>
                  <a:lnTo>
                    <a:pt x="3822841" y="181721"/>
                  </a:lnTo>
                  <a:lnTo>
                    <a:pt x="3854542" y="213521"/>
                  </a:lnTo>
                  <a:lnTo>
                    <a:pt x="3884078" y="247373"/>
                  </a:lnTo>
                  <a:lnTo>
                    <a:pt x="3911336" y="283163"/>
                  </a:lnTo>
                  <a:lnTo>
                    <a:pt x="3936204" y="320776"/>
                  </a:lnTo>
                  <a:lnTo>
                    <a:pt x="3958568" y="360098"/>
                  </a:lnTo>
                  <a:lnTo>
                    <a:pt x="3978316" y="401015"/>
                  </a:lnTo>
                  <a:lnTo>
                    <a:pt x="3995335" y="443412"/>
                  </a:lnTo>
                  <a:lnTo>
                    <a:pt x="4009512" y="487175"/>
                  </a:lnTo>
                  <a:lnTo>
                    <a:pt x="4020735" y="532191"/>
                  </a:lnTo>
                  <a:lnTo>
                    <a:pt x="4028891" y="578344"/>
                  </a:lnTo>
                  <a:lnTo>
                    <a:pt x="4033868" y="625521"/>
                  </a:lnTo>
                  <a:lnTo>
                    <a:pt x="4035551" y="673608"/>
                  </a:lnTo>
                  <a:lnTo>
                    <a:pt x="4035551" y="3997451"/>
                  </a:lnTo>
                  <a:lnTo>
                    <a:pt x="4033868" y="4045538"/>
                  </a:lnTo>
                  <a:lnTo>
                    <a:pt x="4028891" y="4092715"/>
                  </a:lnTo>
                  <a:lnTo>
                    <a:pt x="4020735" y="4138868"/>
                  </a:lnTo>
                  <a:lnTo>
                    <a:pt x="4009512" y="4183884"/>
                  </a:lnTo>
                  <a:lnTo>
                    <a:pt x="3995335" y="4227647"/>
                  </a:lnTo>
                  <a:lnTo>
                    <a:pt x="3978316" y="4270044"/>
                  </a:lnTo>
                  <a:lnTo>
                    <a:pt x="3958568" y="4310961"/>
                  </a:lnTo>
                  <a:lnTo>
                    <a:pt x="3936204" y="4350283"/>
                  </a:lnTo>
                  <a:lnTo>
                    <a:pt x="3911336" y="4387896"/>
                  </a:lnTo>
                  <a:lnTo>
                    <a:pt x="3884078" y="4423685"/>
                  </a:lnTo>
                  <a:lnTo>
                    <a:pt x="3854542" y="4457538"/>
                  </a:lnTo>
                  <a:lnTo>
                    <a:pt x="3822841" y="4489338"/>
                  </a:lnTo>
                  <a:lnTo>
                    <a:pt x="3789088" y="4518973"/>
                  </a:lnTo>
                  <a:lnTo>
                    <a:pt x="3753394" y="4546327"/>
                  </a:lnTo>
                  <a:lnTo>
                    <a:pt x="3715874" y="4571287"/>
                  </a:lnTo>
                  <a:lnTo>
                    <a:pt x="3676640" y="4593738"/>
                  </a:lnTo>
                  <a:lnTo>
                    <a:pt x="3635803" y="4613567"/>
                  </a:lnTo>
                  <a:lnTo>
                    <a:pt x="3593479" y="4630658"/>
                  </a:lnTo>
                  <a:lnTo>
                    <a:pt x="3549778" y="4644898"/>
                  </a:lnTo>
                  <a:lnTo>
                    <a:pt x="3504813" y="4656172"/>
                  </a:lnTo>
                  <a:lnTo>
                    <a:pt x="3458698" y="4664367"/>
                  </a:lnTo>
                  <a:lnTo>
                    <a:pt x="3411545" y="4669367"/>
                  </a:lnTo>
                  <a:lnTo>
                    <a:pt x="3363467" y="4671059"/>
                  </a:lnTo>
                  <a:lnTo>
                    <a:pt x="672083" y="4671059"/>
                  </a:lnTo>
                  <a:lnTo>
                    <a:pt x="624006" y="4669367"/>
                  </a:lnTo>
                  <a:lnTo>
                    <a:pt x="576853" y="4664367"/>
                  </a:lnTo>
                  <a:lnTo>
                    <a:pt x="530738" y="4656172"/>
                  </a:lnTo>
                  <a:lnTo>
                    <a:pt x="485773" y="4644898"/>
                  </a:lnTo>
                  <a:lnTo>
                    <a:pt x="442072" y="4630658"/>
                  </a:lnTo>
                  <a:lnTo>
                    <a:pt x="399748" y="4613567"/>
                  </a:lnTo>
                  <a:lnTo>
                    <a:pt x="358911" y="4593738"/>
                  </a:lnTo>
                  <a:lnTo>
                    <a:pt x="319677" y="4571287"/>
                  </a:lnTo>
                  <a:lnTo>
                    <a:pt x="282157" y="4546327"/>
                  </a:lnTo>
                  <a:lnTo>
                    <a:pt x="246463" y="4518973"/>
                  </a:lnTo>
                  <a:lnTo>
                    <a:pt x="212710" y="4489338"/>
                  </a:lnTo>
                  <a:lnTo>
                    <a:pt x="181009" y="4457538"/>
                  </a:lnTo>
                  <a:lnTo>
                    <a:pt x="151473" y="4423685"/>
                  </a:lnTo>
                  <a:lnTo>
                    <a:pt x="124215" y="4387896"/>
                  </a:lnTo>
                  <a:lnTo>
                    <a:pt x="99347" y="4350283"/>
                  </a:lnTo>
                  <a:lnTo>
                    <a:pt x="76983" y="4310961"/>
                  </a:lnTo>
                  <a:lnTo>
                    <a:pt x="57235" y="4270044"/>
                  </a:lnTo>
                  <a:lnTo>
                    <a:pt x="40216" y="4227647"/>
                  </a:lnTo>
                  <a:lnTo>
                    <a:pt x="26039" y="4183884"/>
                  </a:lnTo>
                  <a:lnTo>
                    <a:pt x="14816" y="4138868"/>
                  </a:lnTo>
                  <a:lnTo>
                    <a:pt x="6660" y="4092715"/>
                  </a:lnTo>
                  <a:lnTo>
                    <a:pt x="1683" y="4045538"/>
                  </a:lnTo>
                  <a:lnTo>
                    <a:pt x="0" y="3997451"/>
                  </a:lnTo>
                  <a:lnTo>
                    <a:pt x="0" y="673608"/>
                  </a:lnTo>
                  <a:close/>
                </a:path>
              </a:pathLst>
            </a:custGeom>
            <a:ln w="7620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7195" algn="l"/>
              </a:tabLst>
            </a:pPr>
            <a:r>
              <a:rPr dirty="0" spc="1025">
                <a:latin typeface="Times New Roman"/>
                <a:cs typeface="Times New Roman"/>
              </a:rPr>
              <a:t>🛰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dirty="0" spc="-60"/>
              <a:t>DATA</a:t>
            </a:r>
            <a:r>
              <a:rPr dirty="0" spc="-30"/>
              <a:t> </a:t>
            </a:r>
            <a:r>
              <a:rPr dirty="0" spc="-10"/>
              <a:t>FEASIBILITY</a:t>
            </a:r>
          </a:p>
          <a:p>
            <a:pPr>
              <a:lnSpc>
                <a:spcPct val="100000"/>
              </a:lnSpc>
              <a:spcBef>
                <a:spcPts val="85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Public</a:t>
            </a:r>
            <a:r>
              <a:rPr dirty="0" spc="-1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available</a:t>
            </a:r>
            <a:r>
              <a:rPr dirty="0" spc="-20"/>
              <a:t> </a:t>
            </a:r>
            <a:r>
              <a:rPr dirty="0" spc="-10"/>
              <a:t>datasets</a:t>
            </a:r>
          </a:p>
          <a:p>
            <a:pPr marL="12700" marR="109855">
              <a:lnSpc>
                <a:spcPct val="100000"/>
              </a:lnSpc>
            </a:pPr>
            <a:r>
              <a:rPr dirty="0"/>
              <a:t>IMD</a:t>
            </a:r>
            <a:r>
              <a:rPr dirty="0" spc="-15"/>
              <a:t> </a:t>
            </a:r>
            <a:r>
              <a:rPr dirty="0"/>
              <a:t>•</a:t>
            </a:r>
            <a:r>
              <a:rPr dirty="0" spc="-15"/>
              <a:t> </a:t>
            </a:r>
            <a:r>
              <a:rPr dirty="0"/>
              <a:t>ISRO/Bhuvan</a:t>
            </a:r>
            <a:r>
              <a:rPr dirty="0" spc="-30"/>
              <a:t> </a:t>
            </a:r>
            <a:r>
              <a:rPr dirty="0"/>
              <a:t>•</a:t>
            </a:r>
            <a:r>
              <a:rPr dirty="0" spc="-15"/>
              <a:t> </a:t>
            </a:r>
            <a:r>
              <a:rPr dirty="0"/>
              <a:t>GSI/Bhukosh</a:t>
            </a:r>
            <a:r>
              <a:rPr dirty="0" spc="-25"/>
              <a:t> </a:t>
            </a:r>
            <a:r>
              <a:rPr dirty="0" spc="-50"/>
              <a:t>• </a:t>
            </a:r>
            <a:r>
              <a:rPr dirty="0" spc="-10"/>
              <a:t>Sentinel</a:t>
            </a:r>
          </a:p>
          <a:p>
            <a:pPr>
              <a:lnSpc>
                <a:spcPct val="100000"/>
              </a:lnSpc>
              <a:spcBef>
                <a:spcPts val="80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80">
                <a:latin typeface="Times New Roman"/>
                <a:cs typeface="Times New Roman"/>
              </a:rPr>
              <a:t>💻</a:t>
            </a:r>
            <a:r>
              <a:rPr dirty="0" spc="80"/>
              <a:t>TECHNOLOGY</a:t>
            </a:r>
            <a:r>
              <a:rPr dirty="0" spc="-15"/>
              <a:t> </a:t>
            </a:r>
            <a:r>
              <a:rPr dirty="0" spc="-10"/>
              <a:t>FEASIBILITY</a:t>
            </a:r>
          </a:p>
          <a:p>
            <a:pPr>
              <a:lnSpc>
                <a:spcPct val="100000"/>
              </a:lnSpc>
              <a:spcBef>
                <a:spcPts val="80"/>
              </a:spcBef>
            </a:pPr>
          </a:p>
          <a:p>
            <a:pPr marL="12700" marR="38862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Open-</a:t>
            </a:r>
            <a:r>
              <a:rPr dirty="0"/>
              <a:t>source</a:t>
            </a:r>
            <a:r>
              <a:rPr dirty="0" spc="-15"/>
              <a:t> </a:t>
            </a:r>
            <a:r>
              <a:rPr dirty="0"/>
              <a:t>+</a:t>
            </a:r>
            <a:r>
              <a:rPr dirty="0" spc="5"/>
              <a:t> </a:t>
            </a:r>
            <a:r>
              <a:rPr dirty="0"/>
              <a:t>deployable </a:t>
            </a:r>
            <a:r>
              <a:rPr dirty="0" spc="-20"/>
              <a:t>stack </a:t>
            </a:r>
            <a:r>
              <a:rPr dirty="0"/>
              <a:t>Python</a:t>
            </a:r>
            <a:r>
              <a:rPr dirty="0" spc="-10"/>
              <a:t> </a:t>
            </a:r>
            <a:r>
              <a:rPr dirty="0"/>
              <a:t>•</a:t>
            </a:r>
            <a:r>
              <a:rPr dirty="0" spc="-10"/>
              <a:t> </a:t>
            </a:r>
            <a:r>
              <a:rPr dirty="0"/>
              <a:t>ML</a:t>
            </a:r>
            <a:r>
              <a:rPr dirty="0" spc="-20"/>
              <a:t> </a:t>
            </a:r>
            <a:r>
              <a:rPr dirty="0"/>
              <a:t>•</a:t>
            </a:r>
            <a:r>
              <a:rPr dirty="0" spc="-25"/>
              <a:t> </a:t>
            </a:r>
            <a:r>
              <a:rPr dirty="0"/>
              <a:t>GIS</a:t>
            </a:r>
            <a:r>
              <a:rPr dirty="0" spc="-20"/>
              <a:t> </a:t>
            </a:r>
            <a:r>
              <a:rPr dirty="0"/>
              <a:t>•</a:t>
            </a:r>
            <a:r>
              <a:rPr dirty="0" spc="-5"/>
              <a:t> </a:t>
            </a:r>
            <a:r>
              <a:rPr dirty="0" spc="-10"/>
              <a:t>FastAPI</a:t>
            </a:r>
          </a:p>
          <a:p>
            <a:pPr>
              <a:lnSpc>
                <a:spcPct val="100000"/>
              </a:lnSpc>
              <a:spcBef>
                <a:spcPts val="65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65">
                <a:latin typeface="Times New Roman"/>
                <a:cs typeface="Times New Roman"/>
              </a:rPr>
              <a:t>📡</a:t>
            </a:r>
            <a:r>
              <a:rPr dirty="0" spc="65"/>
              <a:t>CONNECTIVITY</a:t>
            </a:r>
            <a:r>
              <a:rPr dirty="0"/>
              <a:t> </a:t>
            </a:r>
            <a:r>
              <a:rPr dirty="0" spc="-10"/>
              <a:t>FEASIBILITY</a:t>
            </a:r>
          </a:p>
          <a:p>
            <a:pPr>
              <a:lnSpc>
                <a:spcPct val="100000"/>
              </a:lnSpc>
              <a:spcBef>
                <a:spcPts val="80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Designed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remote</a:t>
            </a:r>
            <a:r>
              <a:rPr dirty="0" spc="-20"/>
              <a:t> </a:t>
            </a:r>
            <a:r>
              <a:rPr dirty="0" spc="-10"/>
              <a:t>villages</a:t>
            </a:r>
          </a:p>
          <a:p>
            <a:pPr marL="12700">
              <a:lnSpc>
                <a:spcPct val="100000"/>
              </a:lnSpc>
            </a:pPr>
            <a:r>
              <a:rPr dirty="0"/>
              <a:t>LoRa</a:t>
            </a:r>
            <a:r>
              <a:rPr dirty="0" spc="-20"/>
              <a:t> </a:t>
            </a:r>
            <a:r>
              <a:rPr dirty="0"/>
              <a:t>+</a:t>
            </a:r>
            <a:r>
              <a:rPr dirty="0" spc="-5"/>
              <a:t> </a:t>
            </a:r>
            <a:r>
              <a:rPr dirty="0"/>
              <a:t>Offline</a:t>
            </a:r>
            <a:r>
              <a:rPr dirty="0" spc="-60"/>
              <a:t> </a:t>
            </a:r>
            <a:r>
              <a:rPr dirty="0"/>
              <a:t>Alerts</a:t>
            </a:r>
            <a:r>
              <a:rPr dirty="0" spc="-10"/>
              <a:t> </a:t>
            </a:r>
            <a:r>
              <a:rPr dirty="0"/>
              <a:t>+ Local</a:t>
            </a:r>
            <a:r>
              <a:rPr dirty="0" spc="-10"/>
              <a:t> Beacon</a:t>
            </a:r>
          </a:p>
          <a:p>
            <a:pPr>
              <a:lnSpc>
                <a:spcPct val="100000"/>
              </a:lnSpc>
              <a:spcBef>
                <a:spcPts val="80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150">
                <a:latin typeface="Times New Roman"/>
                <a:cs typeface="Times New Roman"/>
              </a:rPr>
              <a:t>🔋</a:t>
            </a:r>
            <a:r>
              <a:rPr dirty="0" spc="150"/>
              <a:t>FIELD</a:t>
            </a:r>
            <a:r>
              <a:rPr dirty="0" spc="10"/>
              <a:t> </a:t>
            </a:r>
            <a:r>
              <a:rPr dirty="0" spc="-10"/>
              <a:t>FEASIBILITY</a:t>
            </a:r>
          </a:p>
          <a:p>
            <a:pPr>
              <a:lnSpc>
                <a:spcPct val="100000"/>
              </a:lnSpc>
              <a:spcBef>
                <a:spcPts val="70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10"/>
              <a:t>Low-</a:t>
            </a:r>
            <a:r>
              <a:rPr dirty="0"/>
              <a:t>power </a:t>
            </a:r>
            <a:r>
              <a:rPr dirty="0" spc="-10"/>
              <a:t>deployment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ESP32</a:t>
            </a:r>
            <a:r>
              <a:rPr dirty="0" spc="-10"/>
              <a:t> </a:t>
            </a:r>
            <a:r>
              <a:rPr dirty="0"/>
              <a:t>+</a:t>
            </a:r>
            <a:r>
              <a:rPr dirty="0" spc="-20"/>
              <a:t> </a:t>
            </a:r>
            <a:r>
              <a:rPr dirty="0"/>
              <a:t>Solar</a:t>
            </a:r>
            <a:r>
              <a:rPr dirty="0" spc="-5"/>
              <a:t> </a:t>
            </a:r>
            <a:r>
              <a:rPr dirty="0"/>
              <a:t>+</a:t>
            </a:r>
            <a:r>
              <a:rPr dirty="0" spc="-20"/>
              <a:t> </a:t>
            </a:r>
            <a:r>
              <a:rPr dirty="0"/>
              <a:t>Battery</a:t>
            </a:r>
            <a:r>
              <a:rPr dirty="0" spc="-15"/>
              <a:t> </a:t>
            </a:r>
            <a:r>
              <a:rPr dirty="0" spc="-10"/>
              <a:t>Backup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5546597" y="1686306"/>
            <a:ext cx="3866515" cy="4666615"/>
            <a:chOff x="5546597" y="1686306"/>
            <a:chExt cx="3866515" cy="4666615"/>
          </a:xfrm>
        </p:grpSpPr>
        <p:sp>
          <p:nvSpPr>
            <p:cNvPr id="10" name="object 10"/>
            <p:cNvSpPr/>
            <p:nvPr/>
          </p:nvSpPr>
          <p:spPr>
            <a:xfrm>
              <a:off x="5548884" y="1690116"/>
              <a:ext cx="3858895" cy="4657725"/>
            </a:xfrm>
            <a:custGeom>
              <a:avLst/>
              <a:gdLst/>
              <a:ahLst/>
              <a:cxnLst/>
              <a:rect l="l" t="t" r="r" b="b"/>
              <a:pathLst>
                <a:path w="3858895" h="4657725">
                  <a:moveTo>
                    <a:pt x="3215640" y="4657343"/>
                  </a:moveTo>
                  <a:lnTo>
                    <a:pt x="643127" y="4657343"/>
                  </a:lnTo>
                  <a:lnTo>
                    <a:pt x="595341" y="4655777"/>
                  </a:lnTo>
                  <a:lnTo>
                    <a:pt x="548491" y="4650746"/>
                  </a:lnTo>
                  <a:lnTo>
                    <a:pt x="502702" y="4642374"/>
                  </a:lnTo>
                  <a:lnTo>
                    <a:pt x="458099" y="4630786"/>
                  </a:lnTo>
                  <a:lnTo>
                    <a:pt x="414807" y="4616107"/>
                  </a:lnTo>
                  <a:lnTo>
                    <a:pt x="372950" y="4598461"/>
                  </a:lnTo>
                  <a:lnTo>
                    <a:pt x="332652" y="4577972"/>
                  </a:lnTo>
                  <a:lnTo>
                    <a:pt x="294039" y="4554765"/>
                  </a:lnTo>
                  <a:lnTo>
                    <a:pt x="257234" y="4528965"/>
                  </a:lnTo>
                  <a:lnTo>
                    <a:pt x="222362" y="4500695"/>
                  </a:lnTo>
                  <a:lnTo>
                    <a:pt x="189547" y="4470082"/>
                  </a:lnTo>
                  <a:lnTo>
                    <a:pt x="158915" y="4437249"/>
                  </a:lnTo>
                  <a:lnTo>
                    <a:pt x="130589" y="4402320"/>
                  </a:lnTo>
                  <a:lnTo>
                    <a:pt x="104694" y="4365420"/>
                  </a:lnTo>
                  <a:lnTo>
                    <a:pt x="81355" y="4326674"/>
                  </a:lnTo>
                  <a:lnTo>
                    <a:pt x="60696" y="4286207"/>
                  </a:lnTo>
                  <a:lnTo>
                    <a:pt x="42842" y="4244142"/>
                  </a:lnTo>
                  <a:lnTo>
                    <a:pt x="27917" y="4200604"/>
                  </a:lnTo>
                  <a:lnTo>
                    <a:pt x="16046" y="4155718"/>
                  </a:lnTo>
                  <a:lnTo>
                    <a:pt x="7353" y="4109608"/>
                  </a:lnTo>
                  <a:lnTo>
                    <a:pt x="1962" y="4062399"/>
                  </a:lnTo>
                  <a:lnTo>
                    <a:pt x="0" y="4014216"/>
                  </a:lnTo>
                  <a:lnTo>
                    <a:pt x="0" y="643127"/>
                  </a:lnTo>
                  <a:lnTo>
                    <a:pt x="1962" y="595142"/>
                  </a:lnTo>
                  <a:lnTo>
                    <a:pt x="7353" y="548113"/>
                  </a:lnTo>
                  <a:lnTo>
                    <a:pt x="16046" y="502164"/>
                  </a:lnTo>
                  <a:lnTo>
                    <a:pt x="27917" y="457419"/>
                  </a:lnTo>
                  <a:lnTo>
                    <a:pt x="42842" y="414004"/>
                  </a:lnTo>
                  <a:lnTo>
                    <a:pt x="60696" y="372043"/>
                  </a:lnTo>
                  <a:lnTo>
                    <a:pt x="81355" y="331661"/>
                  </a:lnTo>
                  <a:lnTo>
                    <a:pt x="104694" y="292981"/>
                  </a:lnTo>
                  <a:lnTo>
                    <a:pt x="130589" y="256128"/>
                  </a:lnTo>
                  <a:lnTo>
                    <a:pt x="158915" y="221228"/>
                  </a:lnTo>
                  <a:lnTo>
                    <a:pt x="189547" y="188404"/>
                  </a:lnTo>
                  <a:lnTo>
                    <a:pt x="222362" y="157781"/>
                  </a:lnTo>
                  <a:lnTo>
                    <a:pt x="257234" y="129484"/>
                  </a:lnTo>
                  <a:lnTo>
                    <a:pt x="294039" y="103636"/>
                  </a:lnTo>
                  <a:lnTo>
                    <a:pt x="332652" y="80363"/>
                  </a:lnTo>
                  <a:lnTo>
                    <a:pt x="372950" y="59789"/>
                  </a:lnTo>
                  <a:lnTo>
                    <a:pt x="414807" y="42039"/>
                  </a:lnTo>
                  <a:lnTo>
                    <a:pt x="458099" y="27237"/>
                  </a:lnTo>
                  <a:lnTo>
                    <a:pt x="502702" y="15507"/>
                  </a:lnTo>
                  <a:lnTo>
                    <a:pt x="548491" y="6975"/>
                  </a:lnTo>
                  <a:lnTo>
                    <a:pt x="595341" y="1764"/>
                  </a:lnTo>
                  <a:lnTo>
                    <a:pt x="643127" y="0"/>
                  </a:lnTo>
                  <a:lnTo>
                    <a:pt x="3215640" y="0"/>
                  </a:lnTo>
                  <a:lnTo>
                    <a:pt x="3263823" y="1764"/>
                  </a:lnTo>
                  <a:lnTo>
                    <a:pt x="3311032" y="6975"/>
                  </a:lnTo>
                  <a:lnTo>
                    <a:pt x="3357142" y="15507"/>
                  </a:lnTo>
                  <a:lnTo>
                    <a:pt x="3402028" y="27237"/>
                  </a:lnTo>
                  <a:lnTo>
                    <a:pt x="3445566" y="42039"/>
                  </a:lnTo>
                  <a:lnTo>
                    <a:pt x="3487631" y="59789"/>
                  </a:lnTo>
                  <a:lnTo>
                    <a:pt x="3528098" y="80363"/>
                  </a:lnTo>
                  <a:lnTo>
                    <a:pt x="3566844" y="103636"/>
                  </a:lnTo>
                  <a:lnTo>
                    <a:pt x="3603744" y="129484"/>
                  </a:lnTo>
                  <a:lnTo>
                    <a:pt x="3638673" y="157781"/>
                  </a:lnTo>
                  <a:lnTo>
                    <a:pt x="3671506" y="188404"/>
                  </a:lnTo>
                  <a:lnTo>
                    <a:pt x="3702120" y="221228"/>
                  </a:lnTo>
                  <a:lnTo>
                    <a:pt x="3730389" y="256128"/>
                  </a:lnTo>
                  <a:lnTo>
                    <a:pt x="3756189" y="292981"/>
                  </a:lnTo>
                  <a:lnTo>
                    <a:pt x="3779396" y="331661"/>
                  </a:lnTo>
                  <a:lnTo>
                    <a:pt x="3799885" y="372043"/>
                  </a:lnTo>
                  <a:lnTo>
                    <a:pt x="3817531" y="414004"/>
                  </a:lnTo>
                  <a:lnTo>
                    <a:pt x="3832210" y="457419"/>
                  </a:lnTo>
                  <a:lnTo>
                    <a:pt x="3843798" y="502164"/>
                  </a:lnTo>
                  <a:lnTo>
                    <a:pt x="3852170" y="548113"/>
                  </a:lnTo>
                  <a:lnTo>
                    <a:pt x="3857201" y="595142"/>
                  </a:lnTo>
                  <a:lnTo>
                    <a:pt x="3858767" y="643127"/>
                  </a:lnTo>
                  <a:lnTo>
                    <a:pt x="3858767" y="4014216"/>
                  </a:lnTo>
                  <a:lnTo>
                    <a:pt x="3857201" y="4062399"/>
                  </a:lnTo>
                  <a:lnTo>
                    <a:pt x="3852170" y="4109608"/>
                  </a:lnTo>
                  <a:lnTo>
                    <a:pt x="3843798" y="4155718"/>
                  </a:lnTo>
                  <a:lnTo>
                    <a:pt x="3832210" y="4200604"/>
                  </a:lnTo>
                  <a:lnTo>
                    <a:pt x="3817531" y="4244142"/>
                  </a:lnTo>
                  <a:lnTo>
                    <a:pt x="3799885" y="4286207"/>
                  </a:lnTo>
                  <a:lnTo>
                    <a:pt x="3779396" y="4326674"/>
                  </a:lnTo>
                  <a:lnTo>
                    <a:pt x="3756189" y="4365420"/>
                  </a:lnTo>
                  <a:lnTo>
                    <a:pt x="3730389" y="4402320"/>
                  </a:lnTo>
                  <a:lnTo>
                    <a:pt x="3702120" y="4437249"/>
                  </a:lnTo>
                  <a:lnTo>
                    <a:pt x="3671506" y="4470082"/>
                  </a:lnTo>
                  <a:lnTo>
                    <a:pt x="3638673" y="4500695"/>
                  </a:lnTo>
                  <a:lnTo>
                    <a:pt x="3603744" y="4528965"/>
                  </a:lnTo>
                  <a:lnTo>
                    <a:pt x="3566844" y="4554765"/>
                  </a:lnTo>
                  <a:lnTo>
                    <a:pt x="3528098" y="4577972"/>
                  </a:lnTo>
                  <a:lnTo>
                    <a:pt x="3487631" y="4598461"/>
                  </a:lnTo>
                  <a:lnTo>
                    <a:pt x="3445566" y="4616107"/>
                  </a:lnTo>
                  <a:lnTo>
                    <a:pt x="3402028" y="4630786"/>
                  </a:lnTo>
                  <a:lnTo>
                    <a:pt x="3357142" y="4642374"/>
                  </a:lnTo>
                  <a:lnTo>
                    <a:pt x="3311032" y="4650746"/>
                  </a:lnTo>
                  <a:lnTo>
                    <a:pt x="3263823" y="4655777"/>
                  </a:lnTo>
                  <a:lnTo>
                    <a:pt x="3215640" y="4657343"/>
                  </a:lnTo>
                  <a:close/>
                </a:path>
              </a:pathLst>
            </a:custGeom>
            <a:solidFill>
              <a:srgbClr val="E95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550407" y="1690116"/>
              <a:ext cx="3858895" cy="4658995"/>
            </a:xfrm>
            <a:custGeom>
              <a:avLst/>
              <a:gdLst/>
              <a:ahLst/>
              <a:cxnLst/>
              <a:rect l="l" t="t" r="r" b="b"/>
              <a:pathLst>
                <a:path w="3858895" h="4658995">
                  <a:moveTo>
                    <a:pt x="0" y="643127"/>
                  </a:moveTo>
                  <a:lnTo>
                    <a:pt x="1764" y="595142"/>
                  </a:lnTo>
                  <a:lnTo>
                    <a:pt x="6975" y="548113"/>
                  </a:lnTo>
                  <a:lnTo>
                    <a:pt x="15507" y="502164"/>
                  </a:lnTo>
                  <a:lnTo>
                    <a:pt x="27237" y="457419"/>
                  </a:lnTo>
                  <a:lnTo>
                    <a:pt x="42039" y="414004"/>
                  </a:lnTo>
                  <a:lnTo>
                    <a:pt x="59789" y="372043"/>
                  </a:lnTo>
                  <a:lnTo>
                    <a:pt x="80363" y="331661"/>
                  </a:lnTo>
                  <a:lnTo>
                    <a:pt x="103636" y="292981"/>
                  </a:lnTo>
                  <a:lnTo>
                    <a:pt x="129484" y="256128"/>
                  </a:lnTo>
                  <a:lnTo>
                    <a:pt x="157781" y="221228"/>
                  </a:lnTo>
                  <a:lnTo>
                    <a:pt x="188404" y="188404"/>
                  </a:lnTo>
                  <a:lnTo>
                    <a:pt x="221228" y="157781"/>
                  </a:lnTo>
                  <a:lnTo>
                    <a:pt x="256128" y="129484"/>
                  </a:lnTo>
                  <a:lnTo>
                    <a:pt x="292981" y="103636"/>
                  </a:lnTo>
                  <a:lnTo>
                    <a:pt x="331661" y="80363"/>
                  </a:lnTo>
                  <a:lnTo>
                    <a:pt x="372043" y="59789"/>
                  </a:lnTo>
                  <a:lnTo>
                    <a:pt x="414004" y="42039"/>
                  </a:lnTo>
                  <a:lnTo>
                    <a:pt x="457419" y="27237"/>
                  </a:lnTo>
                  <a:lnTo>
                    <a:pt x="502164" y="15507"/>
                  </a:lnTo>
                  <a:lnTo>
                    <a:pt x="548113" y="6975"/>
                  </a:lnTo>
                  <a:lnTo>
                    <a:pt x="595142" y="1764"/>
                  </a:lnTo>
                  <a:lnTo>
                    <a:pt x="643127" y="0"/>
                  </a:lnTo>
                  <a:lnTo>
                    <a:pt x="3215640" y="0"/>
                  </a:lnTo>
                  <a:lnTo>
                    <a:pt x="3263625" y="1764"/>
                  </a:lnTo>
                  <a:lnTo>
                    <a:pt x="3310654" y="6975"/>
                  </a:lnTo>
                  <a:lnTo>
                    <a:pt x="3356603" y="15507"/>
                  </a:lnTo>
                  <a:lnTo>
                    <a:pt x="3401348" y="27237"/>
                  </a:lnTo>
                  <a:lnTo>
                    <a:pt x="3444763" y="42039"/>
                  </a:lnTo>
                  <a:lnTo>
                    <a:pt x="3486724" y="59789"/>
                  </a:lnTo>
                  <a:lnTo>
                    <a:pt x="3527106" y="80363"/>
                  </a:lnTo>
                  <a:lnTo>
                    <a:pt x="3565786" y="103636"/>
                  </a:lnTo>
                  <a:lnTo>
                    <a:pt x="3602639" y="129484"/>
                  </a:lnTo>
                  <a:lnTo>
                    <a:pt x="3637539" y="157781"/>
                  </a:lnTo>
                  <a:lnTo>
                    <a:pt x="3670363" y="188404"/>
                  </a:lnTo>
                  <a:lnTo>
                    <a:pt x="3700986" y="221228"/>
                  </a:lnTo>
                  <a:lnTo>
                    <a:pt x="3729283" y="256128"/>
                  </a:lnTo>
                  <a:lnTo>
                    <a:pt x="3755131" y="292981"/>
                  </a:lnTo>
                  <a:lnTo>
                    <a:pt x="3778404" y="331661"/>
                  </a:lnTo>
                  <a:lnTo>
                    <a:pt x="3798978" y="372043"/>
                  </a:lnTo>
                  <a:lnTo>
                    <a:pt x="3816728" y="414004"/>
                  </a:lnTo>
                  <a:lnTo>
                    <a:pt x="3831530" y="457419"/>
                  </a:lnTo>
                  <a:lnTo>
                    <a:pt x="3843260" y="502164"/>
                  </a:lnTo>
                  <a:lnTo>
                    <a:pt x="3851792" y="548113"/>
                  </a:lnTo>
                  <a:lnTo>
                    <a:pt x="3857003" y="595142"/>
                  </a:lnTo>
                  <a:lnTo>
                    <a:pt x="3858767" y="643127"/>
                  </a:lnTo>
                  <a:lnTo>
                    <a:pt x="3858767" y="4014216"/>
                  </a:lnTo>
                  <a:lnTo>
                    <a:pt x="3857003" y="4062399"/>
                  </a:lnTo>
                  <a:lnTo>
                    <a:pt x="3851792" y="4109609"/>
                  </a:lnTo>
                  <a:lnTo>
                    <a:pt x="3843260" y="4155722"/>
                  </a:lnTo>
                  <a:lnTo>
                    <a:pt x="3831530" y="4200613"/>
                  </a:lnTo>
                  <a:lnTo>
                    <a:pt x="3816728" y="4244159"/>
                  </a:lnTo>
                  <a:lnTo>
                    <a:pt x="3798978" y="4286237"/>
                  </a:lnTo>
                  <a:lnTo>
                    <a:pt x="3778404" y="4326723"/>
                  </a:lnTo>
                  <a:lnTo>
                    <a:pt x="3755131" y="4365493"/>
                  </a:lnTo>
                  <a:lnTo>
                    <a:pt x="3729283" y="4402424"/>
                  </a:lnTo>
                  <a:lnTo>
                    <a:pt x="3700986" y="4437392"/>
                  </a:lnTo>
                  <a:lnTo>
                    <a:pt x="3670363" y="4470272"/>
                  </a:lnTo>
                  <a:lnTo>
                    <a:pt x="3637539" y="4500943"/>
                  </a:lnTo>
                  <a:lnTo>
                    <a:pt x="3602639" y="4529279"/>
                  </a:lnTo>
                  <a:lnTo>
                    <a:pt x="3565786" y="4555158"/>
                  </a:lnTo>
                  <a:lnTo>
                    <a:pt x="3527106" y="4578455"/>
                  </a:lnTo>
                  <a:lnTo>
                    <a:pt x="3486724" y="4599047"/>
                  </a:lnTo>
                  <a:lnTo>
                    <a:pt x="3444763" y="4616810"/>
                  </a:lnTo>
                  <a:lnTo>
                    <a:pt x="3401348" y="4631621"/>
                  </a:lnTo>
                  <a:lnTo>
                    <a:pt x="3356603" y="4643356"/>
                  </a:lnTo>
                  <a:lnTo>
                    <a:pt x="3310654" y="4651891"/>
                  </a:lnTo>
                  <a:lnTo>
                    <a:pt x="3263625" y="4657103"/>
                  </a:lnTo>
                  <a:lnTo>
                    <a:pt x="3215640" y="4658868"/>
                  </a:lnTo>
                  <a:lnTo>
                    <a:pt x="643127" y="4658868"/>
                  </a:lnTo>
                  <a:lnTo>
                    <a:pt x="595142" y="4657103"/>
                  </a:lnTo>
                  <a:lnTo>
                    <a:pt x="548113" y="4651891"/>
                  </a:lnTo>
                  <a:lnTo>
                    <a:pt x="502164" y="4643356"/>
                  </a:lnTo>
                  <a:lnTo>
                    <a:pt x="457419" y="4631621"/>
                  </a:lnTo>
                  <a:lnTo>
                    <a:pt x="414004" y="4616810"/>
                  </a:lnTo>
                  <a:lnTo>
                    <a:pt x="372043" y="4599047"/>
                  </a:lnTo>
                  <a:lnTo>
                    <a:pt x="331661" y="4578455"/>
                  </a:lnTo>
                  <a:lnTo>
                    <a:pt x="292981" y="4555158"/>
                  </a:lnTo>
                  <a:lnTo>
                    <a:pt x="256128" y="4529279"/>
                  </a:lnTo>
                  <a:lnTo>
                    <a:pt x="221228" y="4500943"/>
                  </a:lnTo>
                  <a:lnTo>
                    <a:pt x="188404" y="4470272"/>
                  </a:lnTo>
                  <a:lnTo>
                    <a:pt x="157781" y="4437392"/>
                  </a:lnTo>
                  <a:lnTo>
                    <a:pt x="129484" y="4402424"/>
                  </a:lnTo>
                  <a:lnTo>
                    <a:pt x="103636" y="4365493"/>
                  </a:lnTo>
                  <a:lnTo>
                    <a:pt x="80363" y="4326723"/>
                  </a:lnTo>
                  <a:lnTo>
                    <a:pt x="59789" y="4286237"/>
                  </a:lnTo>
                  <a:lnTo>
                    <a:pt x="42039" y="4244159"/>
                  </a:lnTo>
                  <a:lnTo>
                    <a:pt x="27237" y="4200613"/>
                  </a:lnTo>
                  <a:lnTo>
                    <a:pt x="15507" y="4155722"/>
                  </a:lnTo>
                  <a:lnTo>
                    <a:pt x="6975" y="4109609"/>
                  </a:lnTo>
                  <a:lnTo>
                    <a:pt x="1764" y="4062399"/>
                  </a:lnTo>
                  <a:lnTo>
                    <a:pt x="0" y="4014216"/>
                  </a:lnTo>
                  <a:lnTo>
                    <a:pt x="0" y="643127"/>
                  </a:lnTo>
                  <a:close/>
                </a:path>
              </a:pathLst>
            </a:custGeom>
            <a:ln w="7620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051253" y="2671192"/>
            <a:ext cx="2854960" cy="26733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550" spc="-10" b="1">
                <a:solidFill>
                  <a:srgbClr val="FFFFFF"/>
                </a:solidFill>
                <a:latin typeface="Arial"/>
                <a:cs typeface="Arial"/>
              </a:rPr>
              <a:t>viability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50" b="1">
                <a:solidFill>
                  <a:srgbClr val="FFFFFF"/>
                </a:solidFill>
                <a:latin typeface="Arial"/>
                <a:cs typeface="Arial"/>
              </a:rPr>
              <a:t>Existing</a:t>
            </a:r>
            <a:r>
              <a:rPr dirty="0" sz="155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55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550" spc="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Arial"/>
                <a:cs typeface="Arial"/>
              </a:rPr>
              <a:t>Infrastructure</a:t>
            </a:r>
            <a:endParaRPr sz="1550">
              <a:latin typeface="Arial"/>
              <a:cs typeface="Arial"/>
            </a:endParaRPr>
          </a:p>
          <a:p>
            <a:pPr marL="1765935">
              <a:lnSpc>
                <a:spcPct val="100000"/>
              </a:lnSpc>
              <a:spcBef>
                <a:spcPts val="35"/>
              </a:spcBef>
            </a:pPr>
            <a:r>
              <a:rPr dirty="0" sz="1550" spc="-50" b="1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1550">
              <a:latin typeface="Arial"/>
              <a:cs typeface="Arial"/>
            </a:endParaRPr>
          </a:p>
          <a:p>
            <a:pPr marL="641985">
              <a:lnSpc>
                <a:spcPct val="100000"/>
              </a:lnSpc>
              <a:spcBef>
                <a:spcPts val="40"/>
              </a:spcBef>
            </a:pPr>
            <a:r>
              <a:rPr dirty="0" sz="1550" b="1">
                <a:solidFill>
                  <a:srgbClr val="FFFFFF"/>
                </a:solidFill>
                <a:latin typeface="Arial"/>
                <a:cs typeface="Arial"/>
              </a:rPr>
              <a:t>Low-Cost</a:t>
            </a:r>
            <a:r>
              <a:rPr dirty="0" sz="1550" spc="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Arial"/>
                <a:cs typeface="Arial"/>
              </a:rPr>
              <a:t>Prototype</a:t>
            </a:r>
            <a:endParaRPr sz="1550">
              <a:latin typeface="Arial"/>
              <a:cs typeface="Arial"/>
            </a:endParaRPr>
          </a:p>
          <a:p>
            <a:pPr marL="635635" marR="351155" indent="1130300">
              <a:lnSpc>
                <a:spcPts val="1900"/>
              </a:lnSpc>
              <a:spcBef>
                <a:spcPts val="50"/>
              </a:spcBef>
            </a:pPr>
            <a:r>
              <a:rPr dirty="0" sz="1550" spc="-50" b="1">
                <a:solidFill>
                  <a:srgbClr val="FFFFFF"/>
                </a:solidFill>
                <a:latin typeface="Arial"/>
                <a:cs typeface="Arial"/>
              </a:rPr>
              <a:t>↓ </a:t>
            </a:r>
            <a:r>
              <a:rPr dirty="0" sz="1550" b="1">
                <a:solidFill>
                  <a:srgbClr val="FFFFFF"/>
                </a:solidFill>
                <a:latin typeface="Arial"/>
                <a:cs typeface="Arial"/>
              </a:rPr>
              <a:t>Offline-First</a:t>
            </a:r>
            <a:r>
              <a:rPr dirty="0" sz="1550" spc="1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Arial"/>
                <a:cs typeface="Arial"/>
              </a:rPr>
              <a:t>Design</a:t>
            </a:r>
            <a:endParaRPr sz="1550">
              <a:latin typeface="Arial"/>
              <a:cs typeface="Arial"/>
            </a:endParaRPr>
          </a:p>
          <a:p>
            <a:pPr marL="1765935">
              <a:lnSpc>
                <a:spcPts val="1820"/>
              </a:lnSpc>
            </a:pPr>
            <a:r>
              <a:rPr dirty="0" sz="1550" spc="-50" b="1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1550">
              <a:latin typeface="Arial"/>
              <a:cs typeface="Arial"/>
            </a:endParaRPr>
          </a:p>
          <a:p>
            <a:pPr marL="601980">
              <a:lnSpc>
                <a:spcPct val="100000"/>
              </a:lnSpc>
              <a:spcBef>
                <a:spcPts val="35"/>
              </a:spcBef>
            </a:pPr>
            <a:r>
              <a:rPr dirty="0" sz="1550" b="1">
                <a:solidFill>
                  <a:srgbClr val="FFFFFF"/>
                </a:solidFill>
                <a:latin typeface="Arial"/>
                <a:cs typeface="Arial"/>
              </a:rPr>
              <a:t>Modular</a:t>
            </a:r>
            <a:r>
              <a:rPr dirty="0" sz="1550" spc="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Arial"/>
                <a:cs typeface="Arial"/>
              </a:rPr>
              <a:t>Deployment</a:t>
            </a:r>
            <a:endParaRPr sz="1550">
              <a:latin typeface="Arial"/>
              <a:cs typeface="Arial"/>
            </a:endParaRPr>
          </a:p>
          <a:p>
            <a:pPr marL="1765935">
              <a:lnSpc>
                <a:spcPct val="100000"/>
              </a:lnSpc>
              <a:spcBef>
                <a:spcPts val="40"/>
              </a:spcBef>
            </a:pPr>
            <a:r>
              <a:rPr dirty="0" sz="1550" spc="-50" b="1">
                <a:solidFill>
                  <a:srgbClr val="FFFFFF"/>
                </a:solidFill>
                <a:latin typeface="Arial"/>
                <a:cs typeface="Arial"/>
              </a:rPr>
              <a:t>↓</a:t>
            </a:r>
            <a:endParaRPr sz="1550">
              <a:latin typeface="Arial"/>
              <a:cs typeface="Arial"/>
            </a:endParaRPr>
          </a:p>
          <a:p>
            <a:pPr marL="349885">
              <a:lnSpc>
                <a:spcPct val="100000"/>
              </a:lnSpc>
              <a:spcBef>
                <a:spcPts val="35"/>
              </a:spcBef>
            </a:pPr>
            <a:r>
              <a:rPr dirty="0" sz="1550" b="1">
                <a:solidFill>
                  <a:srgbClr val="FFFFFF"/>
                </a:solidFill>
                <a:latin typeface="Arial"/>
                <a:cs typeface="Arial"/>
              </a:rPr>
              <a:t>Village</a:t>
            </a:r>
            <a:r>
              <a:rPr dirty="0" sz="155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dirty="0" sz="155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FFFFFF"/>
                </a:solidFill>
                <a:latin typeface="Arial"/>
                <a:cs typeface="Arial"/>
              </a:rPr>
              <a:t>District</a:t>
            </a:r>
            <a:r>
              <a:rPr dirty="0" sz="155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dirty="0" sz="155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25" b="1">
                <a:solidFill>
                  <a:srgbClr val="FFFFFF"/>
                </a:solidFill>
                <a:latin typeface="Arial"/>
                <a:cs typeface="Arial"/>
              </a:rPr>
              <a:t>NER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/>
              <a:t>@SIH</a:t>
            </a:r>
            <a:r>
              <a:rPr dirty="0" spc="235"/>
              <a:t> </a:t>
            </a:r>
            <a:r>
              <a:rPr dirty="0"/>
              <a:t>Idea</a:t>
            </a:r>
            <a:r>
              <a:rPr dirty="0" spc="235"/>
              <a:t> </a:t>
            </a:r>
            <a:r>
              <a:rPr dirty="0" spc="55"/>
              <a:t>submission-</a:t>
            </a:r>
            <a:r>
              <a:rPr dirty="0" spc="229"/>
              <a:t> </a:t>
            </a:r>
            <a:r>
              <a:rPr dirty="0" spc="65"/>
              <a:t>Template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80"/>
              </a:lnSpc>
            </a:pPr>
            <a:fld id="{81D60167-4931-47E6-BA6A-407CBD079E47}" type="slidenum">
              <a:rPr dirty="0" spc="1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23030" y="954975"/>
            <a:ext cx="4641850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5"/>
              <a:t>IMPACT</a:t>
            </a:r>
            <a:r>
              <a:rPr dirty="0" spc="-250"/>
              <a:t> </a:t>
            </a:r>
            <a:r>
              <a:rPr dirty="0"/>
              <a:t>AND</a:t>
            </a:r>
            <a:r>
              <a:rPr dirty="0" spc="5"/>
              <a:t> </a:t>
            </a:r>
            <a:r>
              <a:rPr dirty="0" spc="-10"/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289559" y="996695"/>
            <a:ext cx="1097280" cy="707390"/>
          </a:xfrm>
          <a:custGeom>
            <a:avLst/>
            <a:gdLst/>
            <a:ahLst/>
            <a:cxnLst/>
            <a:rect l="l" t="t" r="r" b="b"/>
            <a:pathLst>
              <a:path w="1097280" h="707389">
                <a:moveTo>
                  <a:pt x="0" y="353567"/>
                </a:moveTo>
                <a:lnTo>
                  <a:pt x="11135" y="282368"/>
                </a:lnTo>
                <a:lnTo>
                  <a:pt x="43076" y="216026"/>
                </a:lnTo>
                <a:lnTo>
                  <a:pt x="66163" y="185124"/>
                </a:lnTo>
                <a:lnTo>
                  <a:pt x="93627" y="155971"/>
                </a:lnTo>
                <a:lnTo>
                  <a:pt x="125195" y="128748"/>
                </a:lnTo>
                <a:lnTo>
                  <a:pt x="160591" y="103631"/>
                </a:lnTo>
                <a:lnTo>
                  <a:pt x="199541" y="80801"/>
                </a:lnTo>
                <a:lnTo>
                  <a:pt x="241771" y="60436"/>
                </a:lnTo>
                <a:lnTo>
                  <a:pt x="287005" y="42713"/>
                </a:lnTo>
                <a:lnTo>
                  <a:pt x="334970" y="27812"/>
                </a:lnTo>
                <a:lnTo>
                  <a:pt x="385390" y="15912"/>
                </a:lnTo>
                <a:lnTo>
                  <a:pt x="437992" y="7191"/>
                </a:lnTo>
                <a:lnTo>
                  <a:pt x="492500" y="1827"/>
                </a:lnTo>
                <a:lnTo>
                  <a:pt x="548639" y="0"/>
                </a:lnTo>
                <a:lnTo>
                  <a:pt x="604779" y="1827"/>
                </a:lnTo>
                <a:lnTo>
                  <a:pt x="659287" y="7191"/>
                </a:lnTo>
                <a:lnTo>
                  <a:pt x="711889" y="15912"/>
                </a:lnTo>
                <a:lnTo>
                  <a:pt x="762309" y="27812"/>
                </a:lnTo>
                <a:lnTo>
                  <a:pt x="810274" y="42713"/>
                </a:lnTo>
                <a:lnTo>
                  <a:pt x="855508" y="60436"/>
                </a:lnTo>
                <a:lnTo>
                  <a:pt x="897738" y="80801"/>
                </a:lnTo>
                <a:lnTo>
                  <a:pt x="936688" y="103631"/>
                </a:lnTo>
                <a:lnTo>
                  <a:pt x="972084" y="128748"/>
                </a:lnTo>
                <a:lnTo>
                  <a:pt x="1003652" y="155971"/>
                </a:lnTo>
                <a:lnTo>
                  <a:pt x="1031116" y="185124"/>
                </a:lnTo>
                <a:lnTo>
                  <a:pt x="1054203" y="216026"/>
                </a:lnTo>
                <a:lnTo>
                  <a:pt x="1086144" y="282368"/>
                </a:lnTo>
                <a:lnTo>
                  <a:pt x="1097279" y="353567"/>
                </a:lnTo>
                <a:lnTo>
                  <a:pt x="1094450" y="389685"/>
                </a:lnTo>
                <a:lnTo>
                  <a:pt x="1072637" y="458634"/>
                </a:lnTo>
                <a:lnTo>
                  <a:pt x="1031116" y="522011"/>
                </a:lnTo>
                <a:lnTo>
                  <a:pt x="1003652" y="551164"/>
                </a:lnTo>
                <a:lnTo>
                  <a:pt x="972084" y="578387"/>
                </a:lnTo>
                <a:lnTo>
                  <a:pt x="936688" y="603503"/>
                </a:lnTo>
                <a:lnTo>
                  <a:pt x="897738" y="626334"/>
                </a:lnTo>
                <a:lnTo>
                  <a:pt x="855508" y="646699"/>
                </a:lnTo>
                <a:lnTo>
                  <a:pt x="810274" y="664422"/>
                </a:lnTo>
                <a:lnTo>
                  <a:pt x="762309" y="679322"/>
                </a:lnTo>
                <a:lnTo>
                  <a:pt x="711889" y="691223"/>
                </a:lnTo>
                <a:lnTo>
                  <a:pt x="659287" y="699944"/>
                </a:lnTo>
                <a:lnTo>
                  <a:pt x="604779" y="705308"/>
                </a:lnTo>
                <a:lnTo>
                  <a:pt x="548639" y="707135"/>
                </a:lnTo>
                <a:lnTo>
                  <a:pt x="492500" y="705308"/>
                </a:lnTo>
                <a:lnTo>
                  <a:pt x="437992" y="699944"/>
                </a:lnTo>
                <a:lnTo>
                  <a:pt x="385390" y="691223"/>
                </a:lnTo>
                <a:lnTo>
                  <a:pt x="334970" y="679322"/>
                </a:lnTo>
                <a:lnTo>
                  <a:pt x="287005" y="664422"/>
                </a:lnTo>
                <a:lnTo>
                  <a:pt x="241771" y="646699"/>
                </a:lnTo>
                <a:lnTo>
                  <a:pt x="199541" y="626334"/>
                </a:lnTo>
                <a:lnTo>
                  <a:pt x="160591" y="603503"/>
                </a:lnTo>
                <a:lnTo>
                  <a:pt x="125195" y="578387"/>
                </a:lnTo>
                <a:lnTo>
                  <a:pt x="93627" y="551164"/>
                </a:lnTo>
                <a:lnTo>
                  <a:pt x="66163" y="522011"/>
                </a:lnTo>
                <a:lnTo>
                  <a:pt x="43076" y="491108"/>
                </a:lnTo>
                <a:lnTo>
                  <a:pt x="11135" y="424767"/>
                </a:lnTo>
                <a:lnTo>
                  <a:pt x="0" y="353567"/>
                </a:lnTo>
              </a:path>
            </a:pathLst>
          </a:custGeom>
          <a:ln w="22859">
            <a:solidFill>
              <a:srgbClr val="8064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57582" y="962859"/>
            <a:ext cx="958850" cy="1072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38125" marR="228600" indent="59055">
              <a:lnSpc>
                <a:spcPct val="101899"/>
              </a:lnSpc>
              <a:spcBef>
                <a:spcPts val="95"/>
              </a:spcBef>
            </a:pPr>
            <a:r>
              <a:rPr dirty="0" sz="1550" spc="-20">
                <a:latin typeface="Calibri"/>
                <a:cs typeface="Calibri"/>
              </a:rPr>
              <a:t>Your Team Name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ts val="2555"/>
              </a:lnSpc>
            </a:pPr>
            <a:r>
              <a:rPr dirty="0" sz="2450" spc="-10">
                <a:latin typeface="Arial MT"/>
                <a:cs typeface="Arial MT"/>
              </a:rPr>
              <a:t>Impact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9931" y="794004"/>
            <a:ext cx="1927859" cy="89458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7582" y="2255198"/>
            <a:ext cx="10246995" cy="4008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7465">
              <a:lnSpc>
                <a:spcPct val="101899"/>
              </a:lnSpc>
              <a:spcBef>
                <a:spcPts val="95"/>
              </a:spcBef>
            </a:pPr>
            <a:r>
              <a:rPr dirty="0" sz="1550">
                <a:latin typeface="Arial MT"/>
                <a:cs typeface="Arial MT"/>
              </a:rPr>
              <a:t>GeoShield</a:t>
            </a:r>
            <a:r>
              <a:rPr dirty="0" sz="1550" spc="1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AI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transforms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landslide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management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from</a:t>
            </a:r>
            <a:r>
              <a:rPr dirty="0" sz="1550" spc="10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reactive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emergency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response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into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proactive,</a:t>
            </a:r>
            <a:r>
              <a:rPr dirty="0" sz="1550" spc="11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community-</a:t>
            </a:r>
            <a:r>
              <a:rPr dirty="0" sz="1550" spc="-10">
                <a:latin typeface="Arial MT"/>
                <a:cs typeface="Arial MT"/>
              </a:rPr>
              <a:t>level </a:t>
            </a:r>
            <a:r>
              <a:rPr dirty="0" sz="1550">
                <a:latin typeface="Arial MT"/>
                <a:cs typeface="Arial MT"/>
              </a:rPr>
              <a:t>disaster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preparedness.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By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combining</a:t>
            </a:r>
            <a:r>
              <a:rPr dirty="0" sz="1550" spc="-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AI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prediction,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local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sensor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validation,</a:t>
            </a:r>
            <a:r>
              <a:rPr dirty="0" sz="1550" spc="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offline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alerts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response</a:t>
            </a:r>
            <a:r>
              <a:rPr dirty="0" sz="1550" spc="9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intelligence,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system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helps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communities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authorities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act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earlier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make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better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decisions.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50">
                <a:latin typeface="Arial MT"/>
                <a:cs typeface="Arial MT"/>
              </a:rPr>
              <a:t>Key</a:t>
            </a:r>
            <a:r>
              <a:rPr dirty="0" sz="2450" spc="-10">
                <a:latin typeface="Arial MT"/>
                <a:cs typeface="Arial MT"/>
              </a:rPr>
              <a:t> Benefits</a:t>
            </a:r>
            <a:endParaRPr sz="2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  <a:tabLst>
                <a:tab pos="467359" algn="l"/>
              </a:tabLst>
            </a:pPr>
            <a:r>
              <a:rPr dirty="0" sz="1550" spc="570">
                <a:latin typeface="Segoe UI Symbol"/>
                <a:cs typeface="Segoe UI Symbol"/>
              </a:rPr>
              <a:t>🛡</a:t>
            </a:r>
            <a:r>
              <a:rPr dirty="0" sz="1550">
                <a:latin typeface="Segoe UI Symbol"/>
                <a:cs typeface="Segoe UI Symbol"/>
              </a:rPr>
              <a:t>	</a:t>
            </a:r>
            <a:r>
              <a:rPr dirty="0" sz="1550">
                <a:latin typeface="Arial MT"/>
                <a:cs typeface="Arial MT"/>
              </a:rPr>
              <a:t>Improved</a:t>
            </a:r>
            <a:r>
              <a:rPr dirty="0" sz="1550" spc="11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Community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Safety</a:t>
            </a:r>
            <a:endParaRPr sz="1550">
              <a:latin typeface="Arial MT"/>
              <a:cs typeface="Arial MT"/>
            </a:endParaRPr>
          </a:p>
          <a:p>
            <a:pPr marL="12700" marR="5080">
              <a:lnSpc>
                <a:spcPts val="1900"/>
              </a:lnSpc>
              <a:spcBef>
                <a:spcPts val="55"/>
              </a:spcBef>
            </a:pPr>
            <a:r>
              <a:rPr dirty="0" sz="1550">
                <a:latin typeface="Arial MT"/>
                <a:cs typeface="Arial MT"/>
              </a:rPr>
              <a:t>Provides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early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risk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awareness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delivers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critical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warnings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directly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to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vulnerable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communities,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including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areas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 spc="-20">
                <a:latin typeface="Arial MT"/>
                <a:cs typeface="Arial MT"/>
              </a:rPr>
              <a:t>with </a:t>
            </a:r>
            <a:r>
              <a:rPr dirty="0" sz="1550">
                <a:latin typeface="Arial MT"/>
                <a:cs typeface="Arial MT"/>
              </a:rPr>
              <a:t>poor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internet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connectivity.</a:t>
            </a:r>
            <a:endParaRPr sz="1550">
              <a:latin typeface="Arial MT"/>
              <a:cs typeface="Arial MT"/>
            </a:endParaRPr>
          </a:p>
          <a:p>
            <a:pPr marL="12700">
              <a:lnSpc>
                <a:spcPts val="1820"/>
              </a:lnSpc>
              <a:tabLst>
                <a:tab pos="434975" algn="l"/>
              </a:tabLst>
            </a:pPr>
            <a:r>
              <a:rPr dirty="0" sz="1550" spc="570">
                <a:latin typeface="Segoe UI Symbol"/>
                <a:cs typeface="Segoe UI Symbol"/>
              </a:rPr>
              <a:t>📡</a:t>
            </a:r>
            <a:r>
              <a:rPr dirty="0" sz="1550">
                <a:latin typeface="Segoe UI Symbol"/>
                <a:cs typeface="Segoe UI Symbol"/>
              </a:rPr>
              <a:t>	</a:t>
            </a:r>
            <a:r>
              <a:rPr dirty="0" sz="1550">
                <a:latin typeface="Arial MT"/>
                <a:cs typeface="Arial MT"/>
              </a:rPr>
              <a:t>Reliable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Last-Mile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Communication</a:t>
            </a:r>
            <a:endParaRPr sz="1550">
              <a:latin typeface="Arial MT"/>
              <a:cs typeface="Arial MT"/>
            </a:endParaRPr>
          </a:p>
          <a:p>
            <a:pPr marL="12700" marR="683895">
              <a:lnSpc>
                <a:spcPct val="101899"/>
              </a:lnSpc>
            </a:pP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LoRa-based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beacon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network</a:t>
            </a:r>
            <a:r>
              <a:rPr dirty="0" sz="1550" spc="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provides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additional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communication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channel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for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emergency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alerts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 spc="-20">
                <a:latin typeface="Arial MT"/>
                <a:cs typeface="Arial MT"/>
              </a:rPr>
              <a:t>when </a:t>
            </a:r>
            <a:r>
              <a:rPr dirty="0" sz="1550">
                <a:latin typeface="Arial MT"/>
                <a:cs typeface="Arial MT"/>
              </a:rPr>
              <a:t>conventional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networks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are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unavailable.</a:t>
            </a: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467359" algn="l"/>
              </a:tabLst>
            </a:pPr>
            <a:r>
              <a:rPr dirty="0" sz="1550" spc="110">
                <a:latin typeface="Segoe UI Symbol"/>
                <a:cs typeface="Segoe UI Symbol"/>
              </a:rPr>
              <a:t>🗺</a:t>
            </a:r>
            <a:r>
              <a:rPr dirty="0" sz="1550">
                <a:latin typeface="Segoe UI Symbol"/>
                <a:cs typeface="Segoe UI Symbol"/>
              </a:rPr>
              <a:t>	</a:t>
            </a:r>
            <a:r>
              <a:rPr dirty="0" sz="1550">
                <a:latin typeface="Arial MT"/>
                <a:cs typeface="Arial MT"/>
              </a:rPr>
              <a:t>Safer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Evacuation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Decisions</a:t>
            </a: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550">
                <a:latin typeface="Arial MT"/>
                <a:cs typeface="Arial MT"/>
              </a:rPr>
              <a:t>SafePath</a:t>
            </a:r>
            <a:r>
              <a:rPr dirty="0" sz="1550" spc="-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AI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considers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identified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risk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zones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while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helping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users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identify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safer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routes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nearby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shelters.</a:t>
            </a: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467359" algn="l"/>
              </a:tabLst>
            </a:pPr>
            <a:r>
              <a:rPr dirty="0" sz="1550" spc="570">
                <a:latin typeface="Segoe UI Symbol"/>
                <a:cs typeface="Segoe UI Symbol"/>
              </a:rPr>
              <a:t>🏛</a:t>
            </a:r>
            <a:r>
              <a:rPr dirty="0" sz="1550">
                <a:latin typeface="Segoe UI Symbol"/>
                <a:cs typeface="Segoe UI Symbol"/>
              </a:rPr>
              <a:t>	</a:t>
            </a:r>
            <a:r>
              <a:rPr dirty="0" sz="1550">
                <a:latin typeface="Arial MT"/>
                <a:cs typeface="Arial MT"/>
              </a:rPr>
              <a:t>Faster</a:t>
            </a:r>
            <a:r>
              <a:rPr dirty="0" sz="1550" spc="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&amp;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Smarter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Disaster</a:t>
            </a:r>
            <a:r>
              <a:rPr dirty="0" sz="1550" spc="4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Response</a:t>
            </a: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550">
                <a:latin typeface="Arial MT"/>
                <a:cs typeface="Arial MT"/>
              </a:rPr>
              <a:t>Authorities</a:t>
            </a:r>
            <a:r>
              <a:rPr dirty="0" sz="1550" spc="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receive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live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view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of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risk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zones,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evacuation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status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rescue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priorities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through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unified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dashboard.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/>
              <a:t>@SIH</a:t>
            </a:r>
            <a:r>
              <a:rPr dirty="0" spc="235"/>
              <a:t> </a:t>
            </a:r>
            <a:r>
              <a:rPr dirty="0"/>
              <a:t>Idea</a:t>
            </a:r>
            <a:r>
              <a:rPr dirty="0" spc="235"/>
              <a:t> </a:t>
            </a:r>
            <a:r>
              <a:rPr dirty="0" spc="55"/>
              <a:t>submission-</a:t>
            </a:r>
            <a:r>
              <a:rPr dirty="0" spc="229"/>
              <a:t> </a:t>
            </a:r>
            <a:r>
              <a:rPr dirty="0" spc="65"/>
              <a:t>Template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80"/>
              </a:lnSpc>
            </a:pPr>
            <a:fld id="{81D60167-4931-47E6-BA6A-407CBD079E47}" type="slidenum">
              <a:rPr dirty="0" spc="1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407" rIns="0" bIns="0" rtlCol="0" vert="horz">
            <a:spAutoFit/>
          </a:bodyPr>
          <a:lstStyle/>
          <a:p>
            <a:pPr marL="1022985">
              <a:lnSpc>
                <a:spcPct val="100000"/>
              </a:lnSpc>
              <a:spcBef>
                <a:spcPts val="105"/>
              </a:spcBef>
            </a:pPr>
            <a:r>
              <a:rPr dirty="0"/>
              <a:t>RESEARCH</a:t>
            </a:r>
            <a:r>
              <a:rPr dirty="0" spc="57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 spc="-1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289559" y="996695"/>
            <a:ext cx="1097280" cy="707390"/>
          </a:xfrm>
          <a:custGeom>
            <a:avLst/>
            <a:gdLst/>
            <a:ahLst/>
            <a:cxnLst/>
            <a:rect l="l" t="t" r="r" b="b"/>
            <a:pathLst>
              <a:path w="1097280" h="707389">
                <a:moveTo>
                  <a:pt x="0" y="353567"/>
                </a:moveTo>
                <a:lnTo>
                  <a:pt x="11135" y="282368"/>
                </a:lnTo>
                <a:lnTo>
                  <a:pt x="43076" y="216026"/>
                </a:lnTo>
                <a:lnTo>
                  <a:pt x="66163" y="185124"/>
                </a:lnTo>
                <a:lnTo>
                  <a:pt x="93627" y="155971"/>
                </a:lnTo>
                <a:lnTo>
                  <a:pt x="125195" y="128748"/>
                </a:lnTo>
                <a:lnTo>
                  <a:pt x="160591" y="103631"/>
                </a:lnTo>
                <a:lnTo>
                  <a:pt x="199541" y="80801"/>
                </a:lnTo>
                <a:lnTo>
                  <a:pt x="241771" y="60436"/>
                </a:lnTo>
                <a:lnTo>
                  <a:pt x="287005" y="42713"/>
                </a:lnTo>
                <a:lnTo>
                  <a:pt x="334970" y="27812"/>
                </a:lnTo>
                <a:lnTo>
                  <a:pt x="385390" y="15912"/>
                </a:lnTo>
                <a:lnTo>
                  <a:pt x="437992" y="7191"/>
                </a:lnTo>
                <a:lnTo>
                  <a:pt x="492500" y="1827"/>
                </a:lnTo>
                <a:lnTo>
                  <a:pt x="548639" y="0"/>
                </a:lnTo>
                <a:lnTo>
                  <a:pt x="604779" y="1827"/>
                </a:lnTo>
                <a:lnTo>
                  <a:pt x="659287" y="7191"/>
                </a:lnTo>
                <a:lnTo>
                  <a:pt x="711889" y="15912"/>
                </a:lnTo>
                <a:lnTo>
                  <a:pt x="762309" y="27812"/>
                </a:lnTo>
                <a:lnTo>
                  <a:pt x="810274" y="42713"/>
                </a:lnTo>
                <a:lnTo>
                  <a:pt x="855508" y="60436"/>
                </a:lnTo>
                <a:lnTo>
                  <a:pt x="897738" y="80801"/>
                </a:lnTo>
                <a:lnTo>
                  <a:pt x="936688" y="103631"/>
                </a:lnTo>
                <a:lnTo>
                  <a:pt x="972084" y="128748"/>
                </a:lnTo>
                <a:lnTo>
                  <a:pt x="1003652" y="155971"/>
                </a:lnTo>
                <a:lnTo>
                  <a:pt x="1031116" y="185124"/>
                </a:lnTo>
                <a:lnTo>
                  <a:pt x="1054203" y="216026"/>
                </a:lnTo>
                <a:lnTo>
                  <a:pt x="1086144" y="282368"/>
                </a:lnTo>
                <a:lnTo>
                  <a:pt x="1097279" y="353567"/>
                </a:lnTo>
                <a:lnTo>
                  <a:pt x="1094450" y="389685"/>
                </a:lnTo>
                <a:lnTo>
                  <a:pt x="1072637" y="458634"/>
                </a:lnTo>
                <a:lnTo>
                  <a:pt x="1031116" y="522011"/>
                </a:lnTo>
                <a:lnTo>
                  <a:pt x="1003652" y="551164"/>
                </a:lnTo>
                <a:lnTo>
                  <a:pt x="972084" y="578387"/>
                </a:lnTo>
                <a:lnTo>
                  <a:pt x="936688" y="603503"/>
                </a:lnTo>
                <a:lnTo>
                  <a:pt x="897738" y="626334"/>
                </a:lnTo>
                <a:lnTo>
                  <a:pt x="855508" y="646699"/>
                </a:lnTo>
                <a:lnTo>
                  <a:pt x="810274" y="664422"/>
                </a:lnTo>
                <a:lnTo>
                  <a:pt x="762309" y="679322"/>
                </a:lnTo>
                <a:lnTo>
                  <a:pt x="711889" y="691223"/>
                </a:lnTo>
                <a:lnTo>
                  <a:pt x="659287" y="699944"/>
                </a:lnTo>
                <a:lnTo>
                  <a:pt x="604779" y="705308"/>
                </a:lnTo>
                <a:lnTo>
                  <a:pt x="548639" y="707135"/>
                </a:lnTo>
                <a:lnTo>
                  <a:pt x="492500" y="705308"/>
                </a:lnTo>
                <a:lnTo>
                  <a:pt x="437992" y="699944"/>
                </a:lnTo>
                <a:lnTo>
                  <a:pt x="385390" y="691223"/>
                </a:lnTo>
                <a:lnTo>
                  <a:pt x="334970" y="679322"/>
                </a:lnTo>
                <a:lnTo>
                  <a:pt x="287005" y="664422"/>
                </a:lnTo>
                <a:lnTo>
                  <a:pt x="241771" y="646699"/>
                </a:lnTo>
                <a:lnTo>
                  <a:pt x="199541" y="626334"/>
                </a:lnTo>
                <a:lnTo>
                  <a:pt x="160591" y="603503"/>
                </a:lnTo>
                <a:lnTo>
                  <a:pt x="125195" y="578387"/>
                </a:lnTo>
                <a:lnTo>
                  <a:pt x="93627" y="551164"/>
                </a:lnTo>
                <a:lnTo>
                  <a:pt x="66163" y="522011"/>
                </a:lnTo>
                <a:lnTo>
                  <a:pt x="43076" y="491108"/>
                </a:lnTo>
                <a:lnTo>
                  <a:pt x="11135" y="424767"/>
                </a:lnTo>
                <a:lnTo>
                  <a:pt x="0" y="353567"/>
                </a:lnTo>
              </a:path>
            </a:pathLst>
          </a:custGeom>
          <a:ln w="22859">
            <a:solidFill>
              <a:srgbClr val="8064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83175" y="962859"/>
            <a:ext cx="509270" cy="748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59055">
              <a:lnSpc>
                <a:spcPct val="101899"/>
              </a:lnSpc>
              <a:spcBef>
                <a:spcPts val="95"/>
              </a:spcBef>
            </a:pPr>
            <a:r>
              <a:rPr dirty="0" sz="1550" spc="-20">
                <a:latin typeface="Calibri"/>
                <a:cs typeface="Calibri"/>
              </a:rPr>
              <a:t>Your Team Name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9931" y="794004"/>
            <a:ext cx="1927859" cy="89458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97002" y="1974341"/>
            <a:ext cx="4177665" cy="3214370"/>
            <a:chOff x="397002" y="1974341"/>
            <a:chExt cx="4177665" cy="3214370"/>
          </a:xfrm>
        </p:grpSpPr>
        <p:sp>
          <p:nvSpPr>
            <p:cNvPr id="7" name="object 7"/>
            <p:cNvSpPr/>
            <p:nvPr/>
          </p:nvSpPr>
          <p:spPr>
            <a:xfrm>
              <a:off x="400812" y="1976627"/>
              <a:ext cx="4168140" cy="3208020"/>
            </a:xfrm>
            <a:custGeom>
              <a:avLst/>
              <a:gdLst/>
              <a:ahLst/>
              <a:cxnLst/>
              <a:rect l="l" t="t" r="r" b="b"/>
              <a:pathLst>
                <a:path w="4168140" h="3208020">
                  <a:moveTo>
                    <a:pt x="3634740" y="3208020"/>
                  </a:moveTo>
                  <a:lnTo>
                    <a:pt x="534924" y="3208020"/>
                  </a:lnTo>
                  <a:lnTo>
                    <a:pt x="486428" y="3205836"/>
                  </a:lnTo>
                  <a:lnTo>
                    <a:pt x="439112" y="3199409"/>
                  </a:lnTo>
                  <a:lnTo>
                    <a:pt x="393170" y="3188927"/>
                  </a:lnTo>
                  <a:lnTo>
                    <a:pt x="348795" y="3174579"/>
                  </a:lnTo>
                  <a:lnTo>
                    <a:pt x="306178" y="3156553"/>
                  </a:lnTo>
                  <a:lnTo>
                    <a:pt x="265514" y="3135037"/>
                  </a:lnTo>
                  <a:lnTo>
                    <a:pt x="226995" y="3110219"/>
                  </a:lnTo>
                  <a:lnTo>
                    <a:pt x="190813" y="3082286"/>
                  </a:lnTo>
                  <a:lnTo>
                    <a:pt x="157162" y="3051429"/>
                  </a:lnTo>
                  <a:lnTo>
                    <a:pt x="126234" y="3017833"/>
                  </a:lnTo>
                  <a:lnTo>
                    <a:pt x="98223" y="2981688"/>
                  </a:lnTo>
                  <a:lnTo>
                    <a:pt x="73321" y="2943182"/>
                  </a:lnTo>
                  <a:lnTo>
                    <a:pt x="51721" y="2902503"/>
                  </a:lnTo>
                  <a:lnTo>
                    <a:pt x="33615" y="2859839"/>
                  </a:lnTo>
                  <a:lnTo>
                    <a:pt x="19198" y="2815378"/>
                  </a:lnTo>
                  <a:lnTo>
                    <a:pt x="8661" y="2769308"/>
                  </a:lnTo>
                  <a:lnTo>
                    <a:pt x="2197" y="2721818"/>
                  </a:lnTo>
                  <a:lnTo>
                    <a:pt x="0" y="2673095"/>
                  </a:lnTo>
                  <a:lnTo>
                    <a:pt x="0" y="534924"/>
                  </a:lnTo>
                  <a:lnTo>
                    <a:pt x="2197" y="486441"/>
                  </a:lnTo>
                  <a:lnTo>
                    <a:pt x="8661" y="439162"/>
                  </a:lnTo>
                  <a:lnTo>
                    <a:pt x="19198" y="393276"/>
                  </a:lnTo>
                  <a:lnTo>
                    <a:pt x="33615" y="348970"/>
                  </a:lnTo>
                  <a:lnTo>
                    <a:pt x="51721" y="306433"/>
                  </a:lnTo>
                  <a:lnTo>
                    <a:pt x="73321" y="265853"/>
                  </a:lnTo>
                  <a:lnTo>
                    <a:pt x="98223" y="227417"/>
                  </a:lnTo>
                  <a:lnTo>
                    <a:pt x="126234" y="191315"/>
                  </a:lnTo>
                  <a:lnTo>
                    <a:pt x="157162" y="157734"/>
                  </a:lnTo>
                  <a:lnTo>
                    <a:pt x="190813" y="126862"/>
                  </a:lnTo>
                  <a:lnTo>
                    <a:pt x="226995" y="98887"/>
                  </a:lnTo>
                  <a:lnTo>
                    <a:pt x="265514" y="73998"/>
                  </a:lnTo>
                  <a:lnTo>
                    <a:pt x="306178" y="52383"/>
                  </a:lnTo>
                  <a:lnTo>
                    <a:pt x="348795" y="34230"/>
                  </a:lnTo>
                  <a:lnTo>
                    <a:pt x="393170" y="19727"/>
                  </a:lnTo>
                  <a:lnTo>
                    <a:pt x="439112" y="9062"/>
                  </a:lnTo>
                  <a:lnTo>
                    <a:pt x="486428" y="2423"/>
                  </a:lnTo>
                  <a:lnTo>
                    <a:pt x="534924" y="0"/>
                  </a:lnTo>
                  <a:lnTo>
                    <a:pt x="3634740" y="0"/>
                  </a:lnTo>
                  <a:lnTo>
                    <a:pt x="3683462" y="2423"/>
                  </a:lnTo>
                  <a:lnTo>
                    <a:pt x="3730950" y="9062"/>
                  </a:lnTo>
                  <a:lnTo>
                    <a:pt x="3777015" y="19727"/>
                  </a:lnTo>
                  <a:lnTo>
                    <a:pt x="3821466" y="34230"/>
                  </a:lnTo>
                  <a:lnTo>
                    <a:pt x="3864114" y="52383"/>
                  </a:lnTo>
                  <a:lnTo>
                    <a:pt x="3904770" y="73998"/>
                  </a:lnTo>
                  <a:lnTo>
                    <a:pt x="3943243" y="98887"/>
                  </a:lnTo>
                  <a:lnTo>
                    <a:pt x="3979343" y="126862"/>
                  </a:lnTo>
                  <a:lnTo>
                    <a:pt x="4012882" y="157734"/>
                  </a:lnTo>
                  <a:lnTo>
                    <a:pt x="4043669" y="191315"/>
                  </a:lnTo>
                  <a:lnTo>
                    <a:pt x="4071515" y="227417"/>
                  </a:lnTo>
                  <a:lnTo>
                    <a:pt x="4096229" y="265853"/>
                  </a:lnTo>
                  <a:lnTo>
                    <a:pt x="4117623" y="306433"/>
                  </a:lnTo>
                  <a:lnTo>
                    <a:pt x="4135506" y="348970"/>
                  </a:lnTo>
                  <a:lnTo>
                    <a:pt x="4149689" y="393276"/>
                  </a:lnTo>
                  <a:lnTo>
                    <a:pt x="4159982" y="439162"/>
                  </a:lnTo>
                  <a:lnTo>
                    <a:pt x="4166196" y="486441"/>
                  </a:lnTo>
                  <a:lnTo>
                    <a:pt x="4168140" y="534924"/>
                  </a:lnTo>
                  <a:lnTo>
                    <a:pt x="4168140" y="2673095"/>
                  </a:lnTo>
                  <a:lnTo>
                    <a:pt x="4166196" y="2721818"/>
                  </a:lnTo>
                  <a:lnTo>
                    <a:pt x="4159982" y="2769308"/>
                  </a:lnTo>
                  <a:lnTo>
                    <a:pt x="4149689" y="2815378"/>
                  </a:lnTo>
                  <a:lnTo>
                    <a:pt x="4135506" y="2859839"/>
                  </a:lnTo>
                  <a:lnTo>
                    <a:pt x="4117623" y="2902503"/>
                  </a:lnTo>
                  <a:lnTo>
                    <a:pt x="4096229" y="2943182"/>
                  </a:lnTo>
                  <a:lnTo>
                    <a:pt x="4071515" y="2981688"/>
                  </a:lnTo>
                  <a:lnTo>
                    <a:pt x="4043669" y="3017833"/>
                  </a:lnTo>
                  <a:lnTo>
                    <a:pt x="4012882" y="3051429"/>
                  </a:lnTo>
                  <a:lnTo>
                    <a:pt x="3979343" y="3082286"/>
                  </a:lnTo>
                  <a:lnTo>
                    <a:pt x="3943243" y="3110219"/>
                  </a:lnTo>
                  <a:lnTo>
                    <a:pt x="3904770" y="3135037"/>
                  </a:lnTo>
                  <a:lnTo>
                    <a:pt x="3864114" y="3156553"/>
                  </a:lnTo>
                  <a:lnTo>
                    <a:pt x="3821466" y="3174579"/>
                  </a:lnTo>
                  <a:lnTo>
                    <a:pt x="3777015" y="3188927"/>
                  </a:lnTo>
                  <a:lnTo>
                    <a:pt x="3730950" y="3199409"/>
                  </a:lnTo>
                  <a:lnTo>
                    <a:pt x="3683462" y="3205836"/>
                  </a:lnTo>
                  <a:lnTo>
                    <a:pt x="3634740" y="3208020"/>
                  </a:lnTo>
                  <a:close/>
                </a:path>
              </a:pathLst>
            </a:custGeom>
            <a:solidFill>
              <a:srgbClr val="DBF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00812" y="1978151"/>
              <a:ext cx="4170045" cy="3206750"/>
            </a:xfrm>
            <a:custGeom>
              <a:avLst/>
              <a:gdLst/>
              <a:ahLst/>
              <a:cxnLst/>
              <a:rect l="l" t="t" r="r" b="b"/>
              <a:pathLst>
                <a:path w="4170045" h="3206750">
                  <a:moveTo>
                    <a:pt x="0" y="534924"/>
                  </a:moveTo>
                  <a:lnTo>
                    <a:pt x="2197" y="486201"/>
                  </a:lnTo>
                  <a:lnTo>
                    <a:pt x="8661" y="438711"/>
                  </a:lnTo>
                  <a:lnTo>
                    <a:pt x="19198" y="392641"/>
                  </a:lnTo>
                  <a:lnTo>
                    <a:pt x="33615" y="348180"/>
                  </a:lnTo>
                  <a:lnTo>
                    <a:pt x="51721" y="305516"/>
                  </a:lnTo>
                  <a:lnTo>
                    <a:pt x="73321" y="264837"/>
                  </a:lnTo>
                  <a:lnTo>
                    <a:pt x="98223" y="226331"/>
                  </a:lnTo>
                  <a:lnTo>
                    <a:pt x="126234" y="190186"/>
                  </a:lnTo>
                  <a:lnTo>
                    <a:pt x="157162" y="156590"/>
                  </a:lnTo>
                  <a:lnTo>
                    <a:pt x="190813" y="125733"/>
                  </a:lnTo>
                  <a:lnTo>
                    <a:pt x="226995" y="97800"/>
                  </a:lnTo>
                  <a:lnTo>
                    <a:pt x="265514" y="72982"/>
                  </a:lnTo>
                  <a:lnTo>
                    <a:pt x="306178" y="51466"/>
                  </a:lnTo>
                  <a:lnTo>
                    <a:pt x="348795" y="33440"/>
                  </a:lnTo>
                  <a:lnTo>
                    <a:pt x="393170" y="19092"/>
                  </a:lnTo>
                  <a:lnTo>
                    <a:pt x="439112" y="8610"/>
                  </a:lnTo>
                  <a:lnTo>
                    <a:pt x="486428" y="2184"/>
                  </a:lnTo>
                  <a:lnTo>
                    <a:pt x="534924" y="0"/>
                  </a:lnTo>
                  <a:lnTo>
                    <a:pt x="3634740" y="0"/>
                  </a:lnTo>
                  <a:lnTo>
                    <a:pt x="3683462" y="2184"/>
                  </a:lnTo>
                  <a:lnTo>
                    <a:pt x="3730952" y="8610"/>
                  </a:lnTo>
                  <a:lnTo>
                    <a:pt x="3777022" y="19092"/>
                  </a:lnTo>
                  <a:lnTo>
                    <a:pt x="3821483" y="33440"/>
                  </a:lnTo>
                  <a:lnTo>
                    <a:pt x="3864147" y="51466"/>
                  </a:lnTo>
                  <a:lnTo>
                    <a:pt x="3904826" y="72982"/>
                  </a:lnTo>
                  <a:lnTo>
                    <a:pt x="3943332" y="97800"/>
                  </a:lnTo>
                  <a:lnTo>
                    <a:pt x="3979477" y="125733"/>
                  </a:lnTo>
                  <a:lnTo>
                    <a:pt x="4013073" y="156590"/>
                  </a:lnTo>
                  <a:lnTo>
                    <a:pt x="4043930" y="190186"/>
                  </a:lnTo>
                  <a:lnTo>
                    <a:pt x="4071863" y="226331"/>
                  </a:lnTo>
                  <a:lnTo>
                    <a:pt x="4096681" y="264837"/>
                  </a:lnTo>
                  <a:lnTo>
                    <a:pt x="4118197" y="305516"/>
                  </a:lnTo>
                  <a:lnTo>
                    <a:pt x="4136223" y="348180"/>
                  </a:lnTo>
                  <a:lnTo>
                    <a:pt x="4150571" y="392641"/>
                  </a:lnTo>
                  <a:lnTo>
                    <a:pt x="4161053" y="438711"/>
                  </a:lnTo>
                  <a:lnTo>
                    <a:pt x="4167480" y="486201"/>
                  </a:lnTo>
                  <a:lnTo>
                    <a:pt x="4169664" y="534924"/>
                  </a:lnTo>
                  <a:lnTo>
                    <a:pt x="4169664" y="2671572"/>
                  </a:lnTo>
                  <a:lnTo>
                    <a:pt x="4167480" y="2720294"/>
                  </a:lnTo>
                  <a:lnTo>
                    <a:pt x="4161053" y="2767784"/>
                  </a:lnTo>
                  <a:lnTo>
                    <a:pt x="4150571" y="2813854"/>
                  </a:lnTo>
                  <a:lnTo>
                    <a:pt x="4136223" y="2858315"/>
                  </a:lnTo>
                  <a:lnTo>
                    <a:pt x="4118197" y="2900979"/>
                  </a:lnTo>
                  <a:lnTo>
                    <a:pt x="4096681" y="2941658"/>
                  </a:lnTo>
                  <a:lnTo>
                    <a:pt x="4071863" y="2980164"/>
                  </a:lnTo>
                  <a:lnTo>
                    <a:pt x="4043930" y="3016309"/>
                  </a:lnTo>
                  <a:lnTo>
                    <a:pt x="4013073" y="3049905"/>
                  </a:lnTo>
                  <a:lnTo>
                    <a:pt x="3979477" y="3080762"/>
                  </a:lnTo>
                  <a:lnTo>
                    <a:pt x="3943332" y="3108695"/>
                  </a:lnTo>
                  <a:lnTo>
                    <a:pt x="3904826" y="3133513"/>
                  </a:lnTo>
                  <a:lnTo>
                    <a:pt x="3864147" y="3155029"/>
                  </a:lnTo>
                  <a:lnTo>
                    <a:pt x="3821483" y="3173055"/>
                  </a:lnTo>
                  <a:lnTo>
                    <a:pt x="3777022" y="3187403"/>
                  </a:lnTo>
                  <a:lnTo>
                    <a:pt x="3730952" y="3197885"/>
                  </a:lnTo>
                  <a:lnTo>
                    <a:pt x="3683462" y="3204312"/>
                  </a:lnTo>
                  <a:lnTo>
                    <a:pt x="3634740" y="3206496"/>
                  </a:lnTo>
                  <a:lnTo>
                    <a:pt x="534924" y="3206496"/>
                  </a:lnTo>
                  <a:lnTo>
                    <a:pt x="486428" y="3204312"/>
                  </a:lnTo>
                  <a:lnTo>
                    <a:pt x="439112" y="3197885"/>
                  </a:lnTo>
                  <a:lnTo>
                    <a:pt x="393170" y="3187403"/>
                  </a:lnTo>
                  <a:lnTo>
                    <a:pt x="348795" y="3173055"/>
                  </a:lnTo>
                  <a:lnTo>
                    <a:pt x="306178" y="3155029"/>
                  </a:lnTo>
                  <a:lnTo>
                    <a:pt x="265514" y="3133513"/>
                  </a:lnTo>
                  <a:lnTo>
                    <a:pt x="226995" y="3108695"/>
                  </a:lnTo>
                  <a:lnTo>
                    <a:pt x="190813" y="3080762"/>
                  </a:lnTo>
                  <a:lnTo>
                    <a:pt x="157162" y="3049905"/>
                  </a:lnTo>
                  <a:lnTo>
                    <a:pt x="126234" y="3016309"/>
                  </a:lnTo>
                  <a:lnTo>
                    <a:pt x="98223" y="2980164"/>
                  </a:lnTo>
                  <a:lnTo>
                    <a:pt x="73321" y="2941658"/>
                  </a:lnTo>
                  <a:lnTo>
                    <a:pt x="51721" y="2900979"/>
                  </a:lnTo>
                  <a:lnTo>
                    <a:pt x="33615" y="2858315"/>
                  </a:lnTo>
                  <a:lnTo>
                    <a:pt x="19198" y="2813854"/>
                  </a:lnTo>
                  <a:lnTo>
                    <a:pt x="8661" y="2767784"/>
                  </a:lnTo>
                  <a:lnTo>
                    <a:pt x="2197" y="2720294"/>
                  </a:lnTo>
                  <a:lnTo>
                    <a:pt x="0" y="2671572"/>
                  </a:lnTo>
                  <a:lnTo>
                    <a:pt x="0" y="534924"/>
                  </a:lnTo>
                  <a:close/>
                </a:path>
              </a:pathLst>
            </a:custGeom>
            <a:ln w="7620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24314" y="2241326"/>
            <a:ext cx="3479165" cy="26454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50" b="1">
                <a:solidFill>
                  <a:srgbClr val="166434"/>
                </a:solidFill>
                <a:latin typeface="Arial"/>
                <a:cs typeface="Arial"/>
              </a:rPr>
              <a:t>Research</a:t>
            </a:r>
            <a:r>
              <a:rPr dirty="0" sz="2450" spc="-55" b="1">
                <a:solidFill>
                  <a:srgbClr val="166434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166434"/>
                </a:solidFill>
                <a:latin typeface="Arial"/>
                <a:cs typeface="Arial"/>
              </a:rPr>
              <a:t>Sources</a:t>
            </a:r>
            <a:endParaRPr sz="2450">
              <a:latin typeface="Arial"/>
              <a:cs typeface="Arial"/>
            </a:endParaRPr>
          </a:p>
          <a:p>
            <a:pPr marL="208279" indent="-195580">
              <a:lnSpc>
                <a:spcPct val="100000"/>
              </a:lnSpc>
              <a:buChar char="•"/>
              <a:tabLst>
                <a:tab pos="208279" algn="l"/>
              </a:tabLst>
            </a:pPr>
            <a:r>
              <a:rPr dirty="0" sz="2450">
                <a:latin typeface="Arial MT"/>
                <a:cs typeface="Arial MT"/>
              </a:rPr>
              <a:t>IMD</a:t>
            </a:r>
            <a:r>
              <a:rPr dirty="0" sz="2450" spc="-35">
                <a:latin typeface="Arial MT"/>
                <a:cs typeface="Arial MT"/>
              </a:rPr>
              <a:t> </a:t>
            </a:r>
            <a:r>
              <a:rPr dirty="0" sz="2450">
                <a:latin typeface="Arial MT"/>
                <a:cs typeface="Arial MT"/>
              </a:rPr>
              <a:t>Rainfall</a:t>
            </a:r>
            <a:r>
              <a:rPr dirty="0" sz="2450" spc="-30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Dataset</a:t>
            </a:r>
            <a:endParaRPr sz="2450">
              <a:latin typeface="Arial MT"/>
              <a:cs typeface="Arial MT"/>
            </a:endParaRPr>
          </a:p>
          <a:p>
            <a:pPr marL="208279" indent="-195580">
              <a:lnSpc>
                <a:spcPct val="100000"/>
              </a:lnSpc>
              <a:spcBef>
                <a:spcPts val="10"/>
              </a:spcBef>
              <a:buChar char="•"/>
              <a:tabLst>
                <a:tab pos="208279" algn="l"/>
              </a:tabLst>
            </a:pPr>
            <a:r>
              <a:rPr dirty="0" sz="2450">
                <a:latin typeface="Arial MT"/>
                <a:cs typeface="Arial MT"/>
              </a:rPr>
              <a:t>ISRO</a:t>
            </a:r>
            <a:r>
              <a:rPr dirty="0" sz="2450" spc="-15">
                <a:latin typeface="Arial MT"/>
                <a:cs typeface="Arial MT"/>
              </a:rPr>
              <a:t> </a:t>
            </a:r>
            <a:r>
              <a:rPr dirty="0" sz="2450">
                <a:latin typeface="Arial MT"/>
                <a:cs typeface="Arial MT"/>
              </a:rPr>
              <a:t>Bhuvan</a:t>
            </a:r>
            <a:r>
              <a:rPr dirty="0" sz="2450" spc="-35">
                <a:latin typeface="Arial MT"/>
                <a:cs typeface="Arial MT"/>
              </a:rPr>
              <a:t> </a:t>
            </a:r>
            <a:r>
              <a:rPr dirty="0" sz="2450" spc="-25">
                <a:latin typeface="Arial MT"/>
                <a:cs typeface="Arial MT"/>
              </a:rPr>
              <a:t>DEM</a:t>
            </a:r>
            <a:endParaRPr sz="2450">
              <a:latin typeface="Arial MT"/>
              <a:cs typeface="Arial MT"/>
            </a:endParaRPr>
          </a:p>
          <a:p>
            <a:pPr marL="12700" marR="5080" indent="195580">
              <a:lnSpc>
                <a:spcPts val="2950"/>
              </a:lnSpc>
              <a:spcBef>
                <a:spcPts val="90"/>
              </a:spcBef>
              <a:buChar char="•"/>
              <a:tabLst>
                <a:tab pos="208279" algn="l"/>
              </a:tabLst>
            </a:pPr>
            <a:r>
              <a:rPr dirty="0" sz="2450">
                <a:latin typeface="Arial MT"/>
                <a:cs typeface="Arial MT"/>
              </a:rPr>
              <a:t>GSI/Bhukosh</a:t>
            </a:r>
            <a:r>
              <a:rPr dirty="0" sz="2450" spc="-35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Landslide Inventory</a:t>
            </a:r>
            <a:endParaRPr sz="2450">
              <a:latin typeface="Arial MT"/>
              <a:cs typeface="Arial MT"/>
            </a:endParaRPr>
          </a:p>
          <a:p>
            <a:pPr marL="208279" indent="-195580">
              <a:lnSpc>
                <a:spcPts val="2840"/>
              </a:lnSpc>
              <a:buChar char="•"/>
              <a:tabLst>
                <a:tab pos="208279" algn="l"/>
              </a:tabLst>
            </a:pPr>
            <a:r>
              <a:rPr dirty="0" sz="2450" spc="-10">
                <a:latin typeface="Arial MT"/>
                <a:cs typeface="Arial MT"/>
              </a:rPr>
              <a:t>Sentinel-</a:t>
            </a:r>
            <a:r>
              <a:rPr dirty="0" sz="2450">
                <a:latin typeface="Arial MT"/>
                <a:cs typeface="Arial MT"/>
              </a:rPr>
              <a:t>1</a:t>
            </a:r>
            <a:r>
              <a:rPr dirty="0" sz="2450" spc="25">
                <a:latin typeface="Arial MT"/>
                <a:cs typeface="Arial MT"/>
              </a:rPr>
              <a:t> </a:t>
            </a:r>
            <a:r>
              <a:rPr dirty="0" sz="2450">
                <a:latin typeface="Arial MT"/>
                <a:cs typeface="Arial MT"/>
              </a:rPr>
              <a:t>&amp;</a:t>
            </a:r>
            <a:r>
              <a:rPr dirty="0" sz="2450" spc="25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Sentinel-</a:t>
            </a:r>
            <a:r>
              <a:rPr dirty="0" sz="2450" spc="-50">
                <a:latin typeface="Arial MT"/>
                <a:cs typeface="Arial MT"/>
              </a:rPr>
              <a:t>2</a:t>
            </a:r>
            <a:endParaRPr sz="2450">
              <a:latin typeface="Arial MT"/>
              <a:cs typeface="Arial MT"/>
            </a:endParaRPr>
          </a:p>
          <a:p>
            <a:pPr marL="208279" indent="-195580">
              <a:lnSpc>
                <a:spcPct val="100000"/>
              </a:lnSpc>
              <a:spcBef>
                <a:spcPts val="10"/>
              </a:spcBef>
              <a:buChar char="•"/>
              <a:tabLst>
                <a:tab pos="208279" algn="l"/>
              </a:tabLst>
            </a:pPr>
            <a:r>
              <a:rPr dirty="0" sz="2450">
                <a:latin typeface="Arial MT"/>
                <a:cs typeface="Arial MT"/>
              </a:rPr>
              <a:t>Google</a:t>
            </a:r>
            <a:r>
              <a:rPr dirty="0" sz="2450" spc="-40">
                <a:latin typeface="Arial MT"/>
                <a:cs typeface="Arial MT"/>
              </a:rPr>
              <a:t> </a:t>
            </a:r>
            <a:r>
              <a:rPr dirty="0" sz="2450">
                <a:latin typeface="Arial MT"/>
                <a:cs typeface="Arial MT"/>
              </a:rPr>
              <a:t>Earth</a:t>
            </a:r>
            <a:r>
              <a:rPr dirty="0" sz="2450" spc="-15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Engine</a:t>
            </a:r>
            <a:endParaRPr sz="24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67477" y="1974341"/>
            <a:ext cx="4817745" cy="3214370"/>
            <a:chOff x="4967477" y="1974341"/>
            <a:chExt cx="4817745" cy="3214370"/>
          </a:xfrm>
        </p:grpSpPr>
        <p:sp>
          <p:nvSpPr>
            <p:cNvPr id="11" name="object 11"/>
            <p:cNvSpPr/>
            <p:nvPr/>
          </p:nvSpPr>
          <p:spPr>
            <a:xfrm>
              <a:off x="4971287" y="1976627"/>
              <a:ext cx="4810125" cy="3208020"/>
            </a:xfrm>
            <a:custGeom>
              <a:avLst/>
              <a:gdLst/>
              <a:ahLst/>
              <a:cxnLst/>
              <a:rect l="l" t="t" r="r" b="b"/>
              <a:pathLst>
                <a:path w="4810125" h="3208020">
                  <a:moveTo>
                    <a:pt x="4274819" y="3208020"/>
                  </a:moveTo>
                  <a:lnTo>
                    <a:pt x="533400" y="3208020"/>
                  </a:lnTo>
                  <a:lnTo>
                    <a:pt x="484917" y="3205836"/>
                  </a:lnTo>
                  <a:lnTo>
                    <a:pt x="437640" y="3199409"/>
                  </a:lnTo>
                  <a:lnTo>
                    <a:pt x="391759" y="3188927"/>
                  </a:lnTo>
                  <a:lnTo>
                    <a:pt x="347463" y="3174579"/>
                  </a:lnTo>
                  <a:lnTo>
                    <a:pt x="304942" y="3156553"/>
                  </a:lnTo>
                  <a:lnTo>
                    <a:pt x="264385" y="3135037"/>
                  </a:lnTo>
                  <a:lnTo>
                    <a:pt x="225983" y="3110219"/>
                  </a:lnTo>
                  <a:lnTo>
                    <a:pt x="189925" y="3082286"/>
                  </a:lnTo>
                  <a:lnTo>
                    <a:pt x="156400" y="3051429"/>
                  </a:lnTo>
                  <a:lnTo>
                    <a:pt x="125599" y="3017833"/>
                  </a:lnTo>
                  <a:lnTo>
                    <a:pt x="97711" y="2981688"/>
                  </a:lnTo>
                  <a:lnTo>
                    <a:pt x="72926" y="2943182"/>
                  </a:lnTo>
                  <a:lnTo>
                    <a:pt x="51433" y="2902503"/>
                  </a:lnTo>
                  <a:lnTo>
                    <a:pt x="33423" y="2859839"/>
                  </a:lnTo>
                  <a:lnTo>
                    <a:pt x="19085" y="2815378"/>
                  </a:lnTo>
                  <a:lnTo>
                    <a:pt x="8608" y="2769308"/>
                  </a:lnTo>
                  <a:lnTo>
                    <a:pt x="2183" y="2721818"/>
                  </a:lnTo>
                  <a:lnTo>
                    <a:pt x="0" y="2673095"/>
                  </a:lnTo>
                  <a:lnTo>
                    <a:pt x="0" y="534924"/>
                  </a:lnTo>
                  <a:lnTo>
                    <a:pt x="2183" y="486441"/>
                  </a:lnTo>
                  <a:lnTo>
                    <a:pt x="8608" y="439162"/>
                  </a:lnTo>
                  <a:lnTo>
                    <a:pt x="19085" y="393276"/>
                  </a:lnTo>
                  <a:lnTo>
                    <a:pt x="33423" y="348970"/>
                  </a:lnTo>
                  <a:lnTo>
                    <a:pt x="51433" y="306433"/>
                  </a:lnTo>
                  <a:lnTo>
                    <a:pt x="72926" y="265853"/>
                  </a:lnTo>
                  <a:lnTo>
                    <a:pt x="97711" y="227417"/>
                  </a:lnTo>
                  <a:lnTo>
                    <a:pt x="125599" y="191315"/>
                  </a:lnTo>
                  <a:lnTo>
                    <a:pt x="156400" y="157734"/>
                  </a:lnTo>
                  <a:lnTo>
                    <a:pt x="189925" y="126862"/>
                  </a:lnTo>
                  <a:lnTo>
                    <a:pt x="225983" y="98887"/>
                  </a:lnTo>
                  <a:lnTo>
                    <a:pt x="264385" y="73998"/>
                  </a:lnTo>
                  <a:lnTo>
                    <a:pt x="304942" y="52383"/>
                  </a:lnTo>
                  <a:lnTo>
                    <a:pt x="347463" y="34230"/>
                  </a:lnTo>
                  <a:lnTo>
                    <a:pt x="391759" y="19727"/>
                  </a:lnTo>
                  <a:lnTo>
                    <a:pt x="437640" y="9062"/>
                  </a:lnTo>
                  <a:lnTo>
                    <a:pt x="484917" y="2423"/>
                  </a:lnTo>
                  <a:lnTo>
                    <a:pt x="533400" y="0"/>
                  </a:lnTo>
                  <a:lnTo>
                    <a:pt x="4274819" y="0"/>
                  </a:lnTo>
                  <a:lnTo>
                    <a:pt x="4323542" y="2423"/>
                  </a:lnTo>
                  <a:lnTo>
                    <a:pt x="4371032" y="9062"/>
                  </a:lnTo>
                  <a:lnTo>
                    <a:pt x="4417102" y="19727"/>
                  </a:lnTo>
                  <a:lnTo>
                    <a:pt x="4461563" y="34230"/>
                  </a:lnTo>
                  <a:lnTo>
                    <a:pt x="4504227" y="52383"/>
                  </a:lnTo>
                  <a:lnTo>
                    <a:pt x="4544906" y="73998"/>
                  </a:lnTo>
                  <a:lnTo>
                    <a:pt x="4583412" y="98887"/>
                  </a:lnTo>
                  <a:lnTo>
                    <a:pt x="4619557" y="126862"/>
                  </a:lnTo>
                  <a:lnTo>
                    <a:pt x="4653152" y="157734"/>
                  </a:lnTo>
                  <a:lnTo>
                    <a:pt x="4684010" y="191315"/>
                  </a:lnTo>
                  <a:lnTo>
                    <a:pt x="4711942" y="227417"/>
                  </a:lnTo>
                  <a:lnTo>
                    <a:pt x="4736761" y="265853"/>
                  </a:lnTo>
                  <a:lnTo>
                    <a:pt x="4758277" y="306433"/>
                  </a:lnTo>
                  <a:lnTo>
                    <a:pt x="4776303" y="348970"/>
                  </a:lnTo>
                  <a:lnTo>
                    <a:pt x="4790651" y="393276"/>
                  </a:lnTo>
                  <a:lnTo>
                    <a:pt x="4801133" y="439162"/>
                  </a:lnTo>
                  <a:lnTo>
                    <a:pt x="4807559" y="486441"/>
                  </a:lnTo>
                  <a:lnTo>
                    <a:pt x="4809743" y="534924"/>
                  </a:lnTo>
                  <a:lnTo>
                    <a:pt x="4809743" y="2673095"/>
                  </a:lnTo>
                  <a:lnTo>
                    <a:pt x="4807559" y="2721818"/>
                  </a:lnTo>
                  <a:lnTo>
                    <a:pt x="4801133" y="2769308"/>
                  </a:lnTo>
                  <a:lnTo>
                    <a:pt x="4790651" y="2815378"/>
                  </a:lnTo>
                  <a:lnTo>
                    <a:pt x="4776303" y="2859839"/>
                  </a:lnTo>
                  <a:lnTo>
                    <a:pt x="4758277" y="2902503"/>
                  </a:lnTo>
                  <a:lnTo>
                    <a:pt x="4736761" y="2943182"/>
                  </a:lnTo>
                  <a:lnTo>
                    <a:pt x="4711942" y="2981688"/>
                  </a:lnTo>
                  <a:lnTo>
                    <a:pt x="4684010" y="3017833"/>
                  </a:lnTo>
                  <a:lnTo>
                    <a:pt x="4653152" y="3051429"/>
                  </a:lnTo>
                  <a:lnTo>
                    <a:pt x="4619557" y="3082286"/>
                  </a:lnTo>
                  <a:lnTo>
                    <a:pt x="4583412" y="3110219"/>
                  </a:lnTo>
                  <a:lnTo>
                    <a:pt x="4544906" y="3135037"/>
                  </a:lnTo>
                  <a:lnTo>
                    <a:pt x="4504227" y="3156553"/>
                  </a:lnTo>
                  <a:lnTo>
                    <a:pt x="4461563" y="3174579"/>
                  </a:lnTo>
                  <a:lnTo>
                    <a:pt x="4417102" y="3188927"/>
                  </a:lnTo>
                  <a:lnTo>
                    <a:pt x="4371032" y="3199409"/>
                  </a:lnTo>
                  <a:lnTo>
                    <a:pt x="4323542" y="3205836"/>
                  </a:lnTo>
                  <a:lnTo>
                    <a:pt x="4274819" y="3208020"/>
                  </a:lnTo>
                  <a:close/>
                </a:path>
              </a:pathLst>
            </a:custGeom>
            <a:solidFill>
              <a:srgbClr val="DBE9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971287" y="1978151"/>
              <a:ext cx="4810125" cy="3206750"/>
            </a:xfrm>
            <a:custGeom>
              <a:avLst/>
              <a:gdLst/>
              <a:ahLst/>
              <a:cxnLst/>
              <a:rect l="l" t="t" r="r" b="b"/>
              <a:pathLst>
                <a:path w="4810125" h="3206750">
                  <a:moveTo>
                    <a:pt x="0" y="534924"/>
                  </a:moveTo>
                  <a:lnTo>
                    <a:pt x="2184" y="486201"/>
                  </a:lnTo>
                  <a:lnTo>
                    <a:pt x="8610" y="438711"/>
                  </a:lnTo>
                  <a:lnTo>
                    <a:pt x="19092" y="392641"/>
                  </a:lnTo>
                  <a:lnTo>
                    <a:pt x="33440" y="348180"/>
                  </a:lnTo>
                  <a:lnTo>
                    <a:pt x="51466" y="305516"/>
                  </a:lnTo>
                  <a:lnTo>
                    <a:pt x="72982" y="264837"/>
                  </a:lnTo>
                  <a:lnTo>
                    <a:pt x="97800" y="226331"/>
                  </a:lnTo>
                  <a:lnTo>
                    <a:pt x="125733" y="190186"/>
                  </a:lnTo>
                  <a:lnTo>
                    <a:pt x="156591" y="156590"/>
                  </a:lnTo>
                  <a:lnTo>
                    <a:pt x="190186" y="125733"/>
                  </a:lnTo>
                  <a:lnTo>
                    <a:pt x="226331" y="97800"/>
                  </a:lnTo>
                  <a:lnTo>
                    <a:pt x="264837" y="72982"/>
                  </a:lnTo>
                  <a:lnTo>
                    <a:pt x="305516" y="51466"/>
                  </a:lnTo>
                  <a:lnTo>
                    <a:pt x="348180" y="33440"/>
                  </a:lnTo>
                  <a:lnTo>
                    <a:pt x="392641" y="19092"/>
                  </a:lnTo>
                  <a:lnTo>
                    <a:pt x="438711" y="8610"/>
                  </a:lnTo>
                  <a:lnTo>
                    <a:pt x="486201" y="2184"/>
                  </a:lnTo>
                  <a:lnTo>
                    <a:pt x="534924" y="0"/>
                  </a:lnTo>
                  <a:lnTo>
                    <a:pt x="4276343" y="0"/>
                  </a:lnTo>
                  <a:lnTo>
                    <a:pt x="4324826" y="2184"/>
                  </a:lnTo>
                  <a:lnTo>
                    <a:pt x="4372102" y="8610"/>
                  </a:lnTo>
                  <a:lnTo>
                    <a:pt x="4417984" y="19092"/>
                  </a:lnTo>
                  <a:lnTo>
                    <a:pt x="4462280" y="33440"/>
                  </a:lnTo>
                  <a:lnTo>
                    <a:pt x="4504801" y="51466"/>
                  </a:lnTo>
                  <a:lnTo>
                    <a:pt x="4545358" y="72982"/>
                  </a:lnTo>
                  <a:lnTo>
                    <a:pt x="4583760" y="97800"/>
                  </a:lnTo>
                  <a:lnTo>
                    <a:pt x="4619818" y="125733"/>
                  </a:lnTo>
                  <a:lnTo>
                    <a:pt x="4653343" y="156590"/>
                  </a:lnTo>
                  <a:lnTo>
                    <a:pt x="4684144" y="190186"/>
                  </a:lnTo>
                  <a:lnTo>
                    <a:pt x="4712032" y="226331"/>
                  </a:lnTo>
                  <a:lnTo>
                    <a:pt x="4736817" y="264837"/>
                  </a:lnTo>
                  <a:lnTo>
                    <a:pt x="4758310" y="305516"/>
                  </a:lnTo>
                  <a:lnTo>
                    <a:pt x="4776320" y="348180"/>
                  </a:lnTo>
                  <a:lnTo>
                    <a:pt x="4790658" y="392641"/>
                  </a:lnTo>
                  <a:lnTo>
                    <a:pt x="4801135" y="438711"/>
                  </a:lnTo>
                  <a:lnTo>
                    <a:pt x="4807560" y="486201"/>
                  </a:lnTo>
                  <a:lnTo>
                    <a:pt x="4809743" y="534924"/>
                  </a:lnTo>
                  <a:lnTo>
                    <a:pt x="4809743" y="2671572"/>
                  </a:lnTo>
                  <a:lnTo>
                    <a:pt x="4807560" y="2720294"/>
                  </a:lnTo>
                  <a:lnTo>
                    <a:pt x="4801135" y="2767784"/>
                  </a:lnTo>
                  <a:lnTo>
                    <a:pt x="4790658" y="2813854"/>
                  </a:lnTo>
                  <a:lnTo>
                    <a:pt x="4776320" y="2858315"/>
                  </a:lnTo>
                  <a:lnTo>
                    <a:pt x="4758310" y="2900979"/>
                  </a:lnTo>
                  <a:lnTo>
                    <a:pt x="4736817" y="2941658"/>
                  </a:lnTo>
                  <a:lnTo>
                    <a:pt x="4712032" y="2980164"/>
                  </a:lnTo>
                  <a:lnTo>
                    <a:pt x="4684144" y="3016309"/>
                  </a:lnTo>
                  <a:lnTo>
                    <a:pt x="4653343" y="3049905"/>
                  </a:lnTo>
                  <a:lnTo>
                    <a:pt x="4619818" y="3080762"/>
                  </a:lnTo>
                  <a:lnTo>
                    <a:pt x="4583760" y="3108695"/>
                  </a:lnTo>
                  <a:lnTo>
                    <a:pt x="4545358" y="3133513"/>
                  </a:lnTo>
                  <a:lnTo>
                    <a:pt x="4504801" y="3155029"/>
                  </a:lnTo>
                  <a:lnTo>
                    <a:pt x="4462280" y="3173055"/>
                  </a:lnTo>
                  <a:lnTo>
                    <a:pt x="4417984" y="3187403"/>
                  </a:lnTo>
                  <a:lnTo>
                    <a:pt x="4372102" y="3197885"/>
                  </a:lnTo>
                  <a:lnTo>
                    <a:pt x="4324826" y="3204312"/>
                  </a:lnTo>
                  <a:lnTo>
                    <a:pt x="4276343" y="3206496"/>
                  </a:lnTo>
                  <a:lnTo>
                    <a:pt x="534924" y="3206496"/>
                  </a:lnTo>
                  <a:lnTo>
                    <a:pt x="486201" y="3204312"/>
                  </a:lnTo>
                  <a:lnTo>
                    <a:pt x="438711" y="3197885"/>
                  </a:lnTo>
                  <a:lnTo>
                    <a:pt x="392641" y="3187403"/>
                  </a:lnTo>
                  <a:lnTo>
                    <a:pt x="348180" y="3173055"/>
                  </a:lnTo>
                  <a:lnTo>
                    <a:pt x="305516" y="3155029"/>
                  </a:lnTo>
                  <a:lnTo>
                    <a:pt x="264837" y="3133513"/>
                  </a:lnTo>
                  <a:lnTo>
                    <a:pt x="226331" y="3108695"/>
                  </a:lnTo>
                  <a:lnTo>
                    <a:pt x="190186" y="3080762"/>
                  </a:lnTo>
                  <a:lnTo>
                    <a:pt x="156591" y="3049905"/>
                  </a:lnTo>
                  <a:lnTo>
                    <a:pt x="125733" y="3016309"/>
                  </a:lnTo>
                  <a:lnTo>
                    <a:pt x="97800" y="2980164"/>
                  </a:lnTo>
                  <a:lnTo>
                    <a:pt x="72982" y="2941658"/>
                  </a:lnTo>
                  <a:lnTo>
                    <a:pt x="51466" y="2900979"/>
                  </a:lnTo>
                  <a:lnTo>
                    <a:pt x="33440" y="2858315"/>
                  </a:lnTo>
                  <a:lnTo>
                    <a:pt x="19092" y="2813854"/>
                  </a:lnTo>
                  <a:lnTo>
                    <a:pt x="8610" y="2767784"/>
                  </a:lnTo>
                  <a:lnTo>
                    <a:pt x="2184" y="2720294"/>
                  </a:lnTo>
                  <a:lnTo>
                    <a:pt x="0" y="2671572"/>
                  </a:lnTo>
                  <a:lnTo>
                    <a:pt x="0" y="534924"/>
                  </a:lnTo>
                  <a:close/>
                </a:path>
              </a:pathLst>
            </a:custGeom>
            <a:ln w="7620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194893" y="2427382"/>
            <a:ext cx="4077335" cy="22720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50" b="1">
                <a:solidFill>
                  <a:srgbClr val="1D3FAF"/>
                </a:solidFill>
                <a:latin typeface="Arial"/>
                <a:cs typeface="Arial"/>
              </a:rPr>
              <a:t>Future</a:t>
            </a:r>
            <a:r>
              <a:rPr dirty="0" sz="2450" spc="-35" b="1">
                <a:solidFill>
                  <a:srgbClr val="1D3FAF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1D3FAF"/>
                </a:solidFill>
                <a:latin typeface="Arial"/>
                <a:cs typeface="Arial"/>
              </a:rPr>
              <a:t>Roadmap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450" spc="40">
                <a:latin typeface="Segoe UI Symbol"/>
                <a:cs typeface="Segoe UI Symbol"/>
              </a:rPr>
              <a:t>🌋</a:t>
            </a:r>
            <a:r>
              <a:rPr dirty="0" sz="2450" spc="40">
                <a:latin typeface="Arial MT"/>
                <a:cs typeface="Arial MT"/>
              </a:rPr>
              <a:t>Landslides</a:t>
            </a:r>
            <a:endParaRPr sz="2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50" spc="105">
                <a:latin typeface="Segoe UI Symbol"/>
                <a:cs typeface="Segoe UI Symbol"/>
              </a:rPr>
              <a:t>🌊</a:t>
            </a:r>
            <a:r>
              <a:rPr dirty="0" sz="2450" spc="105">
                <a:latin typeface="Arial MT"/>
                <a:cs typeface="Arial MT"/>
              </a:rPr>
              <a:t>Flash</a:t>
            </a:r>
            <a:r>
              <a:rPr dirty="0" sz="2450" spc="-25">
                <a:latin typeface="Arial MT"/>
                <a:cs typeface="Arial MT"/>
              </a:rPr>
              <a:t> </a:t>
            </a:r>
            <a:r>
              <a:rPr dirty="0" sz="2450">
                <a:latin typeface="Arial MT"/>
                <a:cs typeface="Arial MT"/>
              </a:rPr>
              <a:t>Flood</a:t>
            </a:r>
            <a:r>
              <a:rPr dirty="0" sz="2450" spc="-20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Prediction</a:t>
            </a:r>
            <a:endParaRPr sz="2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450" spc="55">
                <a:latin typeface="Segoe UI Symbol"/>
                <a:cs typeface="Segoe UI Symbol"/>
              </a:rPr>
              <a:t>🌍</a:t>
            </a:r>
            <a:r>
              <a:rPr dirty="0" sz="2450" spc="55">
                <a:latin typeface="Arial MT"/>
                <a:cs typeface="Arial MT"/>
              </a:rPr>
              <a:t>Earthquake</a:t>
            </a:r>
            <a:r>
              <a:rPr dirty="0" sz="2450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Monitoring</a:t>
            </a:r>
            <a:endParaRPr sz="2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50" spc="90">
                <a:latin typeface="Segoe UI Symbol"/>
                <a:cs typeface="Segoe UI Symbol"/>
              </a:rPr>
              <a:t>🔥</a:t>
            </a:r>
            <a:r>
              <a:rPr dirty="0" sz="2450" spc="90">
                <a:latin typeface="Arial MT"/>
                <a:cs typeface="Arial MT"/>
              </a:rPr>
              <a:t>Forest</a:t>
            </a:r>
            <a:r>
              <a:rPr dirty="0" sz="2450" spc="20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Fire</a:t>
            </a:r>
            <a:r>
              <a:rPr dirty="0" sz="2450" spc="-150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Alerts</a:t>
            </a:r>
            <a:endParaRPr sz="2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450" spc="100">
                <a:latin typeface="Segoe UI Symbol"/>
                <a:cs typeface="Segoe UI Symbol"/>
              </a:rPr>
              <a:t>🚁</a:t>
            </a:r>
            <a:r>
              <a:rPr dirty="0" sz="2450" spc="100">
                <a:latin typeface="Arial MT"/>
                <a:cs typeface="Arial MT"/>
              </a:rPr>
              <a:t>Drone</a:t>
            </a:r>
            <a:r>
              <a:rPr dirty="0" sz="2450" spc="-10">
                <a:latin typeface="Arial MT"/>
                <a:cs typeface="Arial MT"/>
              </a:rPr>
              <a:t> </a:t>
            </a:r>
            <a:r>
              <a:rPr dirty="0" sz="2450">
                <a:latin typeface="Arial MT"/>
                <a:cs typeface="Arial MT"/>
              </a:rPr>
              <a:t>Rescue</a:t>
            </a:r>
            <a:r>
              <a:rPr dirty="0" sz="2450" spc="-10">
                <a:latin typeface="Arial MT"/>
                <a:cs typeface="Arial MT"/>
              </a:rPr>
              <a:t> Intelligence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/>
              <a:t>@SIH</a:t>
            </a:r>
            <a:r>
              <a:rPr dirty="0" spc="235"/>
              <a:t> </a:t>
            </a:r>
            <a:r>
              <a:rPr dirty="0"/>
              <a:t>Idea</a:t>
            </a:r>
            <a:r>
              <a:rPr dirty="0" spc="235"/>
              <a:t> </a:t>
            </a:r>
            <a:r>
              <a:rPr dirty="0" spc="55"/>
              <a:t>submission-</a:t>
            </a:r>
            <a:r>
              <a:rPr dirty="0" spc="229"/>
              <a:t> </a:t>
            </a:r>
            <a:r>
              <a:rPr dirty="0" spc="65"/>
              <a:t>Template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80"/>
              </a:lnSpc>
            </a:pPr>
            <a:fld id="{81D60167-4931-47E6-BA6A-407CBD079E47}" type="slidenum">
              <a:rPr dirty="0" spc="150"/>
              <a:t>2</a:t>
            </a:fld>
          </a:p>
        </p:txBody>
      </p:sp>
      <p:sp>
        <p:nvSpPr>
          <p:cNvPr id="14" name="object 14"/>
          <p:cNvSpPr txBox="1"/>
          <p:nvPr/>
        </p:nvSpPr>
        <p:spPr>
          <a:xfrm>
            <a:off x="468829" y="5437130"/>
            <a:ext cx="566928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166434"/>
                </a:solidFill>
                <a:latin typeface="Calibri"/>
                <a:cs typeface="Calibri"/>
              </a:rPr>
              <a:t>GeoShield</a:t>
            </a:r>
            <a:r>
              <a:rPr dirty="0" sz="2100" spc="-20" b="1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66434"/>
                </a:solidFill>
                <a:latin typeface="Calibri"/>
                <a:cs typeface="Calibri"/>
              </a:rPr>
              <a:t>AI</a:t>
            </a:r>
            <a:r>
              <a:rPr dirty="0" sz="2100" spc="-15" b="1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66434"/>
                </a:solidFill>
                <a:latin typeface="Calibri"/>
                <a:cs typeface="Calibri"/>
              </a:rPr>
              <a:t>—</a:t>
            </a:r>
            <a:r>
              <a:rPr dirty="0" sz="2100" spc="-20" b="1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66434"/>
                </a:solidFill>
                <a:latin typeface="Calibri"/>
                <a:cs typeface="Calibri"/>
              </a:rPr>
              <a:t>Predict</a:t>
            </a:r>
            <a:r>
              <a:rPr dirty="0" sz="2100" spc="-15" b="1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66434"/>
                </a:solidFill>
                <a:latin typeface="Calibri"/>
                <a:cs typeface="Calibri"/>
              </a:rPr>
              <a:t>•</a:t>
            </a:r>
            <a:r>
              <a:rPr dirty="0" sz="2100" spc="-40" b="1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66434"/>
                </a:solidFill>
                <a:latin typeface="Calibri"/>
                <a:cs typeface="Calibri"/>
              </a:rPr>
              <a:t>Alert</a:t>
            </a:r>
            <a:r>
              <a:rPr dirty="0" sz="2100" spc="-15" b="1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66434"/>
                </a:solidFill>
                <a:latin typeface="Calibri"/>
                <a:cs typeface="Calibri"/>
              </a:rPr>
              <a:t>•</a:t>
            </a:r>
            <a:r>
              <a:rPr dirty="0" sz="2100" spc="-40" b="1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166434"/>
                </a:solidFill>
                <a:latin typeface="Calibri"/>
                <a:cs typeface="Calibri"/>
              </a:rPr>
              <a:t>Evacuate</a:t>
            </a:r>
            <a:r>
              <a:rPr dirty="0" sz="2100" spc="-35" b="1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66434"/>
                </a:solidFill>
                <a:latin typeface="Calibri"/>
                <a:cs typeface="Calibri"/>
              </a:rPr>
              <a:t>•</a:t>
            </a:r>
            <a:r>
              <a:rPr dirty="0" sz="2100" spc="-20" b="1">
                <a:solidFill>
                  <a:srgbClr val="166434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166434"/>
                </a:solidFill>
                <a:latin typeface="Calibri"/>
                <a:cs typeface="Calibri"/>
              </a:rPr>
              <a:t>Rescue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GeoShield_AI_SIH26001_Official_Template_FILLED.pptx</dc:title>
  <dcterms:created xsi:type="dcterms:W3CDTF">2026-08-27T05:58:45Z</dcterms:created>
  <dcterms:modified xsi:type="dcterms:W3CDTF">2026-08-27T05:58:45Z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2026-08-27T00:00:00Z</vt:filetime>
  </property>
  <property fmtid="{D5CDD505-2E9C-101B-9397-08002B2CF9AE}" pid="4" name="LastSaved">
    <vt:filetime>2026-08-27T00:00:00Z</vt:filetime>
  </property>
  <property fmtid="{D5CDD505-2E9C-101B-9397-08002B2CF9AE}" pid="5" name="Producer">
    <vt:lpwstr>Microsoft: Print To PDF</vt:lpwstr>
  </property>
</Properties>
</file>